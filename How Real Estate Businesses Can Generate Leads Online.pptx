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Quattrocento Sans" charset="-122" pitchFamily="34"/>
      <p:regular r:id="rId22"/>
    </p:embeddedFont>
    <p:embeddedFont>
      <p:font typeface="Liter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9f9849b84c07c448a6abe909fd25b2e55457030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830" b="283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682625"/>
            <a:ext cx="2311400" cy="387350"/>
          </a:xfrm>
          <a:custGeom>
            <a:avLst/>
            <a:gdLst/>
            <a:ahLst/>
            <a:cxnLst/>
            <a:rect l="l" t="t" r="r" b="b"/>
            <a:pathLst>
              <a:path w="2311400" h="387350">
                <a:moveTo>
                  <a:pt x="193675" y="0"/>
                </a:moveTo>
                <a:lnTo>
                  <a:pt x="2117725" y="0"/>
                </a:lnTo>
                <a:cubicBezTo>
                  <a:pt x="2224689" y="0"/>
                  <a:pt x="2311400" y="86711"/>
                  <a:pt x="2311400" y="193675"/>
                </a:cubicBezTo>
                <a:lnTo>
                  <a:pt x="2311400" y="193675"/>
                </a:lnTo>
                <a:cubicBezTo>
                  <a:pt x="2311400" y="300639"/>
                  <a:pt x="2224689" y="387350"/>
                  <a:pt x="2117725" y="387350"/>
                </a:cubicBezTo>
                <a:lnTo>
                  <a:pt x="193675" y="387350"/>
                </a:lnTo>
                <a:cubicBezTo>
                  <a:pt x="86711" y="387350"/>
                  <a:pt x="0" y="300639"/>
                  <a:pt x="0" y="193675"/>
                </a:cubicBezTo>
                <a:lnTo>
                  <a:pt x="0" y="193675"/>
                </a:lnTo>
                <a:cubicBezTo>
                  <a:pt x="0" y="86711"/>
                  <a:pt x="86711" y="0"/>
                  <a:pt x="19367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8467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7850" y="793750"/>
            <a:ext cx="2003524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Strategy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77950"/>
            <a:ext cx="70008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Real Estate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Businesses Can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Leads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4737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5340350"/>
            <a:ext cx="521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guide to digital marketing success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0525" y="5953125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262626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356" y="6115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1066800" y="59626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Samuel Okeleke Pius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622935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Estate Digital Marketing Expert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96762" y="60960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1511300" cy="349250"/>
          </a:xfrm>
          <a:custGeom>
            <a:avLst/>
            <a:gdLst/>
            <a:ahLst/>
            <a:cxnLst/>
            <a:rect l="l" t="t" r="r" b="b"/>
            <a:pathLst>
              <a:path w="1511300" h="349250">
                <a:moveTo>
                  <a:pt x="174625" y="0"/>
                </a:moveTo>
                <a:lnTo>
                  <a:pt x="1336675" y="0"/>
                </a:lnTo>
                <a:cubicBezTo>
                  <a:pt x="1433118" y="0"/>
                  <a:pt x="1511300" y="78182"/>
                  <a:pt x="1511300" y="174625"/>
                </a:cubicBezTo>
                <a:lnTo>
                  <a:pt x="1511300" y="174625"/>
                </a:lnTo>
                <a:cubicBezTo>
                  <a:pt x="1511300" y="271068"/>
                  <a:pt x="1433118" y="349250"/>
                  <a:pt x="13366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88950"/>
            <a:ext cx="126474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0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84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shifting landscape of real estate marketing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882775"/>
            <a:ext cx="3654425" cy="3711575"/>
          </a:xfrm>
          <a:custGeom>
            <a:avLst/>
            <a:gdLst/>
            <a:ahLst/>
            <a:cxnLst/>
            <a:rect l="l" t="t" r="r" b="b"/>
            <a:pathLst>
              <a:path w="3654425" h="3711575">
                <a:moveTo>
                  <a:pt x="152390" y="0"/>
                </a:moveTo>
                <a:lnTo>
                  <a:pt x="3502035" y="0"/>
                </a:lnTo>
                <a:cubicBezTo>
                  <a:pt x="3586198" y="0"/>
                  <a:pt x="3654425" y="68227"/>
                  <a:pt x="3654425" y="152390"/>
                </a:cubicBezTo>
                <a:lnTo>
                  <a:pt x="3654425" y="3559185"/>
                </a:lnTo>
                <a:cubicBezTo>
                  <a:pt x="3654425" y="3643348"/>
                  <a:pt x="3586198" y="3711575"/>
                  <a:pt x="3502035" y="3711575"/>
                </a:cubicBezTo>
                <a:lnTo>
                  <a:pt x="152390" y="3711575"/>
                </a:lnTo>
                <a:cubicBezTo>
                  <a:pt x="68227" y="3711575"/>
                  <a:pt x="0" y="3643348"/>
                  <a:pt x="0" y="3559185"/>
                </a:cubicBezTo>
                <a:lnTo>
                  <a:pt x="0" y="152390"/>
                </a:lnTo>
                <a:cubicBezTo>
                  <a:pt x="0" y="68227"/>
                  <a:pt x="68227" y="0"/>
                  <a:pt x="15239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150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6456" y="2352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92150" y="299085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Increasing Competition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2150" y="3448050"/>
            <a:ext cx="3124200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estate businesses today face unprecedented competition in a crowded marketplace where standing out requires more than traditional methods.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0375" y="1882775"/>
            <a:ext cx="3654425" cy="3711575"/>
          </a:xfrm>
          <a:custGeom>
            <a:avLst/>
            <a:gdLst/>
            <a:ahLst/>
            <a:cxnLst/>
            <a:rect l="l" t="t" r="r" b="b"/>
            <a:pathLst>
              <a:path w="3654425" h="3711575">
                <a:moveTo>
                  <a:pt x="152390" y="0"/>
                </a:moveTo>
                <a:lnTo>
                  <a:pt x="3502035" y="0"/>
                </a:lnTo>
                <a:cubicBezTo>
                  <a:pt x="3586198" y="0"/>
                  <a:pt x="3654425" y="68227"/>
                  <a:pt x="3654425" y="152390"/>
                </a:cubicBezTo>
                <a:lnTo>
                  <a:pt x="3654425" y="3559185"/>
                </a:lnTo>
                <a:cubicBezTo>
                  <a:pt x="3654425" y="3643348"/>
                  <a:pt x="3586198" y="3711575"/>
                  <a:pt x="3502035" y="3711575"/>
                </a:cubicBezTo>
                <a:lnTo>
                  <a:pt x="152390" y="3711575"/>
                </a:lnTo>
                <a:cubicBezTo>
                  <a:pt x="68227" y="3711575"/>
                  <a:pt x="0" y="3643348"/>
                  <a:pt x="0" y="3559185"/>
                </a:cubicBezTo>
                <a:lnTo>
                  <a:pt x="0" y="152390"/>
                </a:lnTo>
                <a:cubicBezTo>
                  <a:pt x="0" y="68227"/>
                  <a:pt x="68227" y="0"/>
                  <a:pt x="15239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8350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42656" y="2352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8350" y="299085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Marketing Fails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8350" y="3448050"/>
            <a:ext cx="3124200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Billboards, flyers, and newspaper ads are no longer sufficient to reach modern buyers who spend most of their time online.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6575" y="1882775"/>
            <a:ext cx="3654425" cy="3711575"/>
          </a:xfrm>
          <a:custGeom>
            <a:avLst/>
            <a:gdLst/>
            <a:ahLst/>
            <a:cxnLst/>
            <a:rect l="l" t="t" r="r" b="b"/>
            <a:pathLst>
              <a:path w="3654425" h="3711575">
                <a:moveTo>
                  <a:pt x="152390" y="0"/>
                </a:moveTo>
                <a:lnTo>
                  <a:pt x="3502035" y="0"/>
                </a:lnTo>
                <a:cubicBezTo>
                  <a:pt x="3586198" y="0"/>
                  <a:pt x="3654425" y="68227"/>
                  <a:pt x="3654425" y="152390"/>
                </a:cubicBezTo>
                <a:lnTo>
                  <a:pt x="3654425" y="3559185"/>
                </a:lnTo>
                <a:cubicBezTo>
                  <a:pt x="3654425" y="3643348"/>
                  <a:pt x="3586198" y="3711575"/>
                  <a:pt x="3502035" y="3711575"/>
                </a:cubicBezTo>
                <a:lnTo>
                  <a:pt x="152390" y="3711575"/>
                </a:lnTo>
                <a:cubicBezTo>
                  <a:pt x="68227" y="3711575"/>
                  <a:pt x="0" y="3643348"/>
                  <a:pt x="0" y="3559185"/>
                </a:cubicBezTo>
                <a:lnTo>
                  <a:pt x="0" y="152390"/>
                </a:lnTo>
                <a:cubicBezTo>
                  <a:pt x="0" y="68227"/>
                  <a:pt x="68227" y="0"/>
                  <a:pt x="15239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4550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628856" y="2352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8464550" y="299085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is Essential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4550" y="3448050"/>
            <a:ext cx="3124200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lead generation has become the cornerstone of growth, enabling businesses to reach wider audiences and convert prospects efficiently.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58293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38100" y="0"/>
                </a:moveTo>
                <a:lnTo>
                  <a:pt x="11296650" y="0"/>
                </a:lnTo>
                <a:cubicBezTo>
                  <a:pt x="11359776" y="0"/>
                  <a:pt x="11410950" y="51174"/>
                  <a:pt x="11410950" y="114300"/>
                </a:cubicBezTo>
                <a:lnTo>
                  <a:pt x="11410950" y="533400"/>
                </a:lnTo>
                <a:cubicBezTo>
                  <a:pt x="11410950" y="596526"/>
                  <a:pt x="11359776" y="647700"/>
                  <a:pt x="1129665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5829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750" y="6038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6019800"/>
            <a:ext cx="81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Businesses that fail to adapt to digital strategies risk becoming invisible to 90% of potential clients.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1285876"/>
            <a:ext cx="1168400" cy="349250"/>
          </a:xfrm>
          <a:custGeom>
            <a:avLst/>
            <a:gdLst/>
            <a:ahLst/>
            <a:cxnLst/>
            <a:rect l="l" t="t" r="r" b="b"/>
            <a:pathLst>
              <a:path w="1168400" h="349250">
                <a:moveTo>
                  <a:pt x="174625" y="0"/>
                </a:moveTo>
                <a:lnTo>
                  <a:pt x="993775" y="0"/>
                </a:lnTo>
                <a:cubicBezTo>
                  <a:pt x="1090218" y="0"/>
                  <a:pt x="1168400" y="78182"/>
                  <a:pt x="1168400" y="174625"/>
                </a:cubicBezTo>
                <a:lnTo>
                  <a:pt x="1168400" y="174625"/>
                </a:lnTo>
                <a:cubicBezTo>
                  <a:pt x="1168400" y="271068"/>
                  <a:pt x="1090218" y="349250"/>
                  <a:pt x="9937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1390650"/>
            <a:ext cx="92432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79070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3622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Barriers preventing real estate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2936875"/>
            <a:ext cx="4997450" cy="2635250"/>
          </a:xfrm>
          <a:custGeom>
            <a:avLst/>
            <a:gdLst/>
            <a:ahLst/>
            <a:cxnLst/>
            <a:rect l="l" t="t" r="r" b="b"/>
            <a:pathLst>
              <a:path w="4997450" h="2635250">
                <a:moveTo>
                  <a:pt x="152397" y="0"/>
                </a:moveTo>
                <a:lnTo>
                  <a:pt x="4845053" y="0"/>
                </a:lnTo>
                <a:cubicBezTo>
                  <a:pt x="4929220" y="0"/>
                  <a:pt x="4997450" y="68230"/>
                  <a:pt x="4997450" y="152397"/>
                </a:cubicBezTo>
                <a:lnTo>
                  <a:pt x="4997450" y="2482853"/>
                </a:lnTo>
                <a:cubicBezTo>
                  <a:pt x="4997450" y="2567020"/>
                  <a:pt x="4929220" y="2635250"/>
                  <a:pt x="4845053" y="2635250"/>
                </a:cubicBezTo>
                <a:lnTo>
                  <a:pt x="152397" y="2635250"/>
                </a:lnTo>
                <a:cubicBezTo>
                  <a:pt x="68230" y="2635250"/>
                  <a:pt x="0" y="2567020"/>
                  <a:pt x="0" y="2482853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525" y="3206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" y="3168651"/>
            <a:ext cx="436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Business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5950" y="36449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6925" y="3740151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550" y="3625851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Revenue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5550" y="3892551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 qualified leads mean fewer closed deals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5950" y="42545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96925" y="4349751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5550" y="4235451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550" y="4502151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marketing becomes increasingly expensive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950" y="48641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0328" y="4959351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5550" y="4845051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Missed Opportunities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" y="5111751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Competitors capture market share digitally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5355" y="384175"/>
            <a:ext cx="6111875" cy="1406525"/>
          </a:xfrm>
          <a:custGeom>
            <a:avLst/>
            <a:gdLst/>
            <a:ahLst/>
            <a:cxnLst/>
            <a:rect l="l" t="t" r="r" b="b"/>
            <a:pathLst>
              <a:path w="6111875" h="1406525">
                <a:moveTo>
                  <a:pt x="114294" y="0"/>
                </a:moveTo>
                <a:lnTo>
                  <a:pt x="5997581" y="0"/>
                </a:lnTo>
                <a:cubicBezTo>
                  <a:pt x="6060704" y="0"/>
                  <a:pt x="6111875" y="51171"/>
                  <a:pt x="6111875" y="114294"/>
                </a:cubicBezTo>
                <a:lnTo>
                  <a:pt x="6111875" y="1292231"/>
                </a:lnTo>
                <a:cubicBezTo>
                  <a:pt x="6111875" y="1355354"/>
                  <a:pt x="6060704" y="1406525"/>
                  <a:pt x="5997581" y="1406525"/>
                </a:cubicBezTo>
                <a:lnTo>
                  <a:pt x="114294" y="1406525"/>
                </a:lnTo>
                <a:cubicBezTo>
                  <a:pt x="51171" y="1406525"/>
                  <a:pt x="0" y="1355354"/>
                  <a:pt x="0" y="129223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9030" y="819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27143" y="971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2930" y="8191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Visibility Online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12930" y="112395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properties aren't showing up where buyers are searching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95355" y="1946275"/>
            <a:ext cx="6111875" cy="1406525"/>
          </a:xfrm>
          <a:custGeom>
            <a:avLst/>
            <a:gdLst/>
            <a:ahLst/>
            <a:cxnLst/>
            <a:rect l="l" t="t" r="r" b="b"/>
            <a:pathLst>
              <a:path w="6111875" h="1406525">
                <a:moveTo>
                  <a:pt x="114294" y="0"/>
                </a:moveTo>
                <a:lnTo>
                  <a:pt x="5997581" y="0"/>
                </a:lnTo>
                <a:cubicBezTo>
                  <a:pt x="6060704" y="0"/>
                  <a:pt x="6111875" y="51171"/>
                  <a:pt x="6111875" y="114294"/>
                </a:cubicBezTo>
                <a:lnTo>
                  <a:pt x="6111875" y="1292231"/>
                </a:lnTo>
                <a:cubicBezTo>
                  <a:pt x="6111875" y="1355354"/>
                  <a:pt x="6060704" y="1406525"/>
                  <a:pt x="5997581" y="1406525"/>
                </a:cubicBezTo>
                <a:lnTo>
                  <a:pt x="114294" y="1406525"/>
                </a:lnTo>
                <a:cubicBezTo>
                  <a:pt x="51171" y="1406525"/>
                  <a:pt x="0" y="1355354"/>
                  <a:pt x="0" y="129223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9030" y="2381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27143" y="2533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lnTo>
                  <a:pt x="122158" y="227082"/>
                </a:lnTo>
                <a:cubicBezTo>
                  <a:pt x="125819" y="228913"/>
                  <a:pt x="130150" y="229136"/>
                  <a:pt x="134035" y="227528"/>
                </a:cubicBezTo>
                <a:cubicBezTo>
                  <a:pt x="138098" y="225832"/>
                  <a:pt x="141089" y="222394"/>
                  <a:pt x="142295" y="218331"/>
                </a:cubicBezTo>
                <a:cubicBezTo>
                  <a:pt x="154082" y="233288"/>
                  <a:pt x="172343" y="242932"/>
                  <a:pt x="192881" y="242932"/>
                </a:cubicBezTo>
                <a:cubicBezTo>
                  <a:pt x="228377" y="242932"/>
                  <a:pt x="257175" y="214134"/>
                  <a:pt x="257175" y="178638"/>
                </a:cubicBezTo>
                <a:cubicBezTo>
                  <a:pt x="257175" y="143143"/>
                  <a:pt x="228377" y="114300"/>
                  <a:pt x="192881" y="114300"/>
                </a:cubicBezTo>
                <a:cubicBezTo>
                  <a:pt x="172700" y="114300"/>
                  <a:pt x="154662" y="123632"/>
                  <a:pt x="142875" y="138187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  <a:moveTo>
                  <a:pt x="185738" y="142875"/>
                </a:moveTo>
                <a:cubicBezTo>
                  <a:pt x="185738" y="138946"/>
                  <a:pt x="188952" y="135731"/>
                  <a:pt x="192881" y="135731"/>
                </a:cubicBezTo>
                <a:cubicBezTo>
                  <a:pt x="196810" y="135731"/>
                  <a:pt x="200025" y="138946"/>
                  <a:pt x="200025" y="142875"/>
                </a:cubicBezTo>
                <a:lnTo>
                  <a:pt x="200025" y="146447"/>
                </a:lnTo>
                <a:lnTo>
                  <a:pt x="207169" y="146447"/>
                </a:lnTo>
                <a:cubicBezTo>
                  <a:pt x="211098" y="146447"/>
                  <a:pt x="214313" y="149662"/>
                  <a:pt x="214313" y="153591"/>
                </a:cubicBezTo>
                <a:cubicBezTo>
                  <a:pt x="214313" y="157520"/>
                  <a:pt x="211098" y="160734"/>
                  <a:pt x="207169" y="160734"/>
                </a:cubicBezTo>
                <a:lnTo>
                  <a:pt x="186720" y="160734"/>
                </a:lnTo>
                <a:cubicBezTo>
                  <a:pt x="184219" y="160734"/>
                  <a:pt x="182166" y="162788"/>
                  <a:pt x="182166" y="165289"/>
                </a:cubicBezTo>
                <a:cubicBezTo>
                  <a:pt x="182166" y="167476"/>
                  <a:pt x="183728" y="169352"/>
                  <a:pt x="185871" y="169753"/>
                </a:cubicBezTo>
                <a:lnTo>
                  <a:pt x="205963" y="173415"/>
                </a:lnTo>
                <a:cubicBezTo>
                  <a:pt x="214893" y="175022"/>
                  <a:pt x="221412" y="182835"/>
                  <a:pt x="221412" y="191944"/>
                </a:cubicBezTo>
                <a:cubicBezTo>
                  <a:pt x="221412" y="202347"/>
                  <a:pt x="212973" y="210785"/>
                  <a:pt x="202570" y="210785"/>
                </a:cubicBezTo>
                <a:lnTo>
                  <a:pt x="199980" y="210785"/>
                </a:lnTo>
                <a:lnTo>
                  <a:pt x="199980" y="214357"/>
                </a:lnTo>
                <a:cubicBezTo>
                  <a:pt x="199980" y="218286"/>
                  <a:pt x="196766" y="221501"/>
                  <a:pt x="192837" y="221501"/>
                </a:cubicBezTo>
                <a:cubicBezTo>
                  <a:pt x="188908" y="221501"/>
                  <a:pt x="185693" y="218286"/>
                  <a:pt x="185693" y="214357"/>
                </a:cubicBezTo>
                <a:lnTo>
                  <a:pt x="185693" y="210785"/>
                </a:lnTo>
                <a:lnTo>
                  <a:pt x="178549" y="210785"/>
                </a:lnTo>
                <a:cubicBezTo>
                  <a:pt x="174620" y="210785"/>
                  <a:pt x="171405" y="207571"/>
                  <a:pt x="171405" y="203642"/>
                </a:cubicBezTo>
                <a:cubicBezTo>
                  <a:pt x="171405" y="199712"/>
                  <a:pt x="174620" y="196498"/>
                  <a:pt x="178549" y="196498"/>
                </a:cubicBezTo>
                <a:lnTo>
                  <a:pt x="202570" y="196498"/>
                </a:lnTo>
                <a:cubicBezTo>
                  <a:pt x="205070" y="196498"/>
                  <a:pt x="207124" y="194444"/>
                  <a:pt x="207124" y="191944"/>
                </a:cubicBezTo>
                <a:cubicBezTo>
                  <a:pt x="207124" y="189756"/>
                  <a:pt x="205561" y="187881"/>
                  <a:pt x="203418" y="187479"/>
                </a:cubicBezTo>
                <a:lnTo>
                  <a:pt x="183326" y="183818"/>
                </a:lnTo>
                <a:cubicBezTo>
                  <a:pt x="174397" y="182210"/>
                  <a:pt x="167878" y="174397"/>
                  <a:pt x="167878" y="165289"/>
                </a:cubicBezTo>
                <a:cubicBezTo>
                  <a:pt x="167878" y="155198"/>
                  <a:pt x="175781" y="146983"/>
                  <a:pt x="185738" y="146492"/>
                </a:cubicBezTo>
                <a:lnTo>
                  <a:pt x="185738" y="1428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612930" y="23812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Lead Conversion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12930" y="268605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Inquiries don't translate into actual sales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95355" y="3508375"/>
            <a:ext cx="6111875" cy="1406525"/>
          </a:xfrm>
          <a:custGeom>
            <a:avLst/>
            <a:gdLst/>
            <a:ahLst/>
            <a:cxnLst/>
            <a:rect l="l" t="t" r="r" b="b"/>
            <a:pathLst>
              <a:path w="6111875" h="1406525">
                <a:moveTo>
                  <a:pt x="114294" y="0"/>
                </a:moveTo>
                <a:lnTo>
                  <a:pt x="5997581" y="0"/>
                </a:lnTo>
                <a:cubicBezTo>
                  <a:pt x="6060704" y="0"/>
                  <a:pt x="6111875" y="51171"/>
                  <a:pt x="6111875" y="114294"/>
                </a:cubicBezTo>
                <a:lnTo>
                  <a:pt x="6111875" y="1292231"/>
                </a:lnTo>
                <a:cubicBezTo>
                  <a:pt x="6111875" y="1355354"/>
                  <a:pt x="6060704" y="1406525"/>
                  <a:pt x="5997581" y="1406525"/>
                </a:cubicBezTo>
                <a:lnTo>
                  <a:pt x="114294" y="1406525"/>
                </a:lnTo>
                <a:cubicBezTo>
                  <a:pt x="51171" y="1406525"/>
                  <a:pt x="0" y="1355354"/>
                  <a:pt x="0" y="129223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9030" y="3943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27143" y="4095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57150"/>
                </a:moveTo>
                <a:cubicBezTo>
                  <a:pt x="28575" y="29551"/>
                  <a:pt x="50982" y="7144"/>
                  <a:pt x="78581" y="7144"/>
                </a:cubicBezTo>
                <a:cubicBezTo>
                  <a:pt x="106180" y="7144"/>
                  <a:pt x="128588" y="29551"/>
                  <a:pt x="128588" y="57150"/>
                </a:cubicBezTo>
                <a:cubicBezTo>
                  <a:pt x="128588" y="84749"/>
                  <a:pt x="106180" y="107156"/>
                  <a:pt x="78581" y="107156"/>
                </a:cubicBezTo>
                <a:cubicBezTo>
                  <a:pt x="50982" y="107156"/>
                  <a:pt x="28575" y="84749"/>
                  <a:pt x="28575" y="57150"/>
                </a:cubicBezTo>
                <a:close/>
                <a:moveTo>
                  <a:pt x="0" y="207169"/>
                </a:moveTo>
                <a:cubicBezTo>
                  <a:pt x="0" y="163770"/>
                  <a:pt x="35183" y="128588"/>
                  <a:pt x="78581" y="128588"/>
                </a:cubicBezTo>
                <a:cubicBezTo>
                  <a:pt x="121980" y="128588"/>
                  <a:pt x="157163" y="163770"/>
                  <a:pt x="157163" y="207169"/>
                </a:cubicBezTo>
                <a:lnTo>
                  <a:pt x="157163" y="209848"/>
                </a:lnTo>
                <a:cubicBezTo>
                  <a:pt x="157163" y="220206"/>
                  <a:pt x="148769" y="228600"/>
                  <a:pt x="138410" y="228600"/>
                </a:cubicBezTo>
                <a:lnTo>
                  <a:pt x="18752" y="228600"/>
                </a:lnTo>
                <a:cubicBezTo>
                  <a:pt x="8394" y="228600"/>
                  <a:pt x="0" y="220206"/>
                  <a:pt x="0" y="209848"/>
                </a:cubicBezTo>
                <a:lnTo>
                  <a:pt x="0" y="207169"/>
                </a:lnTo>
                <a:close/>
                <a:moveTo>
                  <a:pt x="192881" y="28575"/>
                </a:moveTo>
                <a:cubicBezTo>
                  <a:pt x="216538" y="28575"/>
                  <a:pt x="235744" y="47781"/>
                  <a:pt x="235744" y="71438"/>
                </a:cubicBezTo>
                <a:cubicBezTo>
                  <a:pt x="235744" y="95094"/>
                  <a:pt x="216538" y="114300"/>
                  <a:pt x="192881" y="114300"/>
                </a:cubicBezTo>
                <a:cubicBezTo>
                  <a:pt x="169225" y="114300"/>
                  <a:pt x="150019" y="95094"/>
                  <a:pt x="150019" y="71438"/>
                </a:cubicBezTo>
                <a:cubicBezTo>
                  <a:pt x="150019" y="47781"/>
                  <a:pt x="169225" y="28575"/>
                  <a:pt x="192881" y="28575"/>
                </a:cubicBezTo>
                <a:close/>
                <a:moveTo>
                  <a:pt x="192881" y="135731"/>
                </a:moveTo>
                <a:cubicBezTo>
                  <a:pt x="228377" y="135731"/>
                  <a:pt x="257175" y="164529"/>
                  <a:pt x="257175" y="200025"/>
                </a:cubicBezTo>
                <a:lnTo>
                  <a:pt x="257175" y="210026"/>
                </a:lnTo>
                <a:cubicBezTo>
                  <a:pt x="257175" y="220295"/>
                  <a:pt x="248870" y="228600"/>
                  <a:pt x="238601" y="228600"/>
                </a:cubicBezTo>
                <a:lnTo>
                  <a:pt x="173950" y="228600"/>
                </a:lnTo>
                <a:cubicBezTo>
                  <a:pt x="176897" y="223019"/>
                  <a:pt x="178594" y="216634"/>
                  <a:pt x="178594" y="209848"/>
                </a:cubicBezTo>
                <a:lnTo>
                  <a:pt x="178594" y="207169"/>
                </a:lnTo>
                <a:cubicBezTo>
                  <a:pt x="178594" y="184175"/>
                  <a:pt x="170825" y="163011"/>
                  <a:pt x="157832" y="146134"/>
                </a:cubicBezTo>
                <a:cubicBezTo>
                  <a:pt x="167923" y="139571"/>
                  <a:pt x="179978" y="135731"/>
                  <a:pt x="192881" y="1357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612930" y="39433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Dependence on Referrals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12930" y="424815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is limited by word-of-mouth alone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95355" y="5070475"/>
            <a:ext cx="6111875" cy="1406525"/>
          </a:xfrm>
          <a:custGeom>
            <a:avLst/>
            <a:gdLst/>
            <a:ahLst/>
            <a:cxnLst/>
            <a:rect l="l" t="t" r="r" b="b"/>
            <a:pathLst>
              <a:path w="6111875" h="1406525">
                <a:moveTo>
                  <a:pt x="114294" y="0"/>
                </a:moveTo>
                <a:lnTo>
                  <a:pt x="5997581" y="0"/>
                </a:lnTo>
                <a:cubicBezTo>
                  <a:pt x="6060704" y="0"/>
                  <a:pt x="6111875" y="51171"/>
                  <a:pt x="6111875" y="114294"/>
                </a:cubicBezTo>
                <a:lnTo>
                  <a:pt x="6111875" y="1292231"/>
                </a:lnTo>
                <a:cubicBezTo>
                  <a:pt x="6111875" y="1355354"/>
                  <a:pt x="6060704" y="1406525"/>
                  <a:pt x="5997581" y="1406525"/>
                </a:cubicBezTo>
                <a:lnTo>
                  <a:pt x="114294" y="1406525"/>
                </a:lnTo>
                <a:cubicBezTo>
                  <a:pt x="51171" y="1406525"/>
                  <a:pt x="0" y="1355354"/>
                  <a:pt x="0" y="129223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89030" y="5505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41430" y="565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2930" y="55054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Digital Strategy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12930" y="581025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cohesive plan for online lead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0977" y="384175"/>
            <a:ext cx="1006475" cy="349250"/>
          </a:xfrm>
          <a:custGeom>
            <a:avLst/>
            <a:gdLst/>
            <a:ahLst/>
            <a:cxnLst/>
            <a:rect l="l" t="t" r="r" b="b"/>
            <a:pathLst>
              <a:path w="1006475" h="349250">
                <a:moveTo>
                  <a:pt x="174625" y="0"/>
                </a:moveTo>
                <a:lnTo>
                  <a:pt x="831850" y="0"/>
                </a:lnTo>
                <a:cubicBezTo>
                  <a:pt x="928293" y="0"/>
                  <a:pt x="1006475" y="78182"/>
                  <a:pt x="1006475" y="174625"/>
                </a:cubicBezTo>
                <a:lnTo>
                  <a:pt x="1006475" y="174625"/>
                </a:lnTo>
                <a:cubicBezTo>
                  <a:pt x="1006475" y="271068"/>
                  <a:pt x="928293" y="349250"/>
                  <a:pt x="831850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3214" y="488952"/>
            <a:ext cx="76547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Goal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6700" y="8890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375" y="14605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you'll learn from this presentation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22375" y="2106614"/>
            <a:ext cx="3044825" cy="3406775"/>
          </a:xfrm>
          <a:custGeom>
            <a:avLst/>
            <a:gdLst/>
            <a:ahLst/>
            <a:cxnLst/>
            <a:rect l="l" t="t" r="r" b="b"/>
            <a:pathLst>
              <a:path w="3044825" h="34067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254382"/>
                </a:lnTo>
                <a:cubicBezTo>
                  <a:pt x="3044825" y="3338546"/>
                  <a:pt x="2976596" y="3406775"/>
                  <a:pt x="2892432" y="3406775"/>
                </a:cubicBezTo>
                <a:lnTo>
                  <a:pt x="152393" y="3406775"/>
                </a:lnTo>
                <a:cubicBezTo>
                  <a:pt x="68229" y="3406775"/>
                  <a:pt x="0" y="3338546"/>
                  <a:pt x="0" y="32543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62200" y="24145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93181" y="2624138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17872"/>
                </a:moveTo>
                <a:lnTo>
                  <a:pt x="0" y="192881"/>
                </a:lnTo>
                <a:cubicBezTo>
                  <a:pt x="0" y="275726"/>
                  <a:pt x="67174" y="342900"/>
                  <a:pt x="150019" y="342900"/>
                </a:cubicBezTo>
                <a:cubicBezTo>
                  <a:pt x="232864" y="342900"/>
                  <a:pt x="300038" y="275726"/>
                  <a:pt x="300038" y="192881"/>
                </a:cubicBezTo>
                <a:lnTo>
                  <a:pt x="300038" y="117872"/>
                </a:lnTo>
                <a:lnTo>
                  <a:pt x="214313" y="117872"/>
                </a:lnTo>
                <a:lnTo>
                  <a:pt x="214313" y="192881"/>
                </a:lnTo>
                <a:cubicBezTo>
                  <a:pt x="214313" y="228377"/>
                  <a:pt x="185514" y="257175"/>
                  <a:pt x="150019" y="257175"/>
                </a:cubicBezTo>
                <a:cubicBezTo>
                  <a:pt x="114523" y="257175"/>
                  <a:pt x="85725" y="228377"/>
                  <a:pt x="85725" y="192881"/>
                </a:cubicBezTo>
                <a:lnTo>
                  <a:pt x="85725" y="117872"/>
                </a:lnTo>
                <a:lnTo>
                  <a:pt x="0" y="117872"/>
                </a:lnTo>
                <a:close/>
                <a:moveTo>
                  <a:pt x="0" y="85725"/>
                </a:moveTo>
                <a:lnTo>
                  <a:pt x="85725" y="85725"/>
                </a:lnTo>
                <a:lnTo>
                  <a:pt x="85725" y="42863"/>
                </a:lnTo>
                <a:cubicBezTo>
                  <a:pt x="85725" y="31008"/>
                  <a:pt x="76148" y="21431"/>
                  <a:pt x="64294" y="21431"/>
                </a:cubicBezTo>
                <a:lnTo>
                  <a:pt x="21431" y="21431"/>
                </a:lnTo>
                <a:cubicBezTo>
                  <a:pt x="9577" y="21431"/>
                  <a:pt x="0" y="31008"/>
                  <a:pt x="0" y="42863"/>
                </a:cubicBezTo>
                <a:lnTo>
                  <a:pt x="0" y="85725"/>
                </a:lnTo>
                <a:close/>
                <a:moveTo>
                  <a:pt x="214313" y="85725"/>
                </a:moveTo>
                <a:lnTo>
                  <a:pt x="300038" y="85725"/>
                </a:lnTo>
                <a:lnTo>
                  <a:pt x="300038" y="42863"/>
                </a:lnTo>
                <a:cubicBezTo>
                  <a:pt x="300038" y="31008"/>
                  <a:pt x="290460" y="21431"/>
                  <a:pt x="278606" y="21431"/>
                </a:cubicBezTo>
                <a:lnTo>
                  <a:pt x="235744" y="21431"/>
                </a:lnTo>
                <a:cubicBezTo>
                  <a:pt x="223890" y="21431"/>
                  <a:pt x="214313" y="31008"/>
                  <a:pt x="214313" y="42863"/>
                </a:cubicBezTo>
                <a:lnTo>
                  <a:pt x="214313" y="8572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34051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473200" y="3633788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Attract Leads Online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7488" y="4090987"/>
            <a:ext cx="25146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proven methods to draw potential buyers and sellers to your business through digital channels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5175" y="2106614"/>
            <a:ext cx="3044825" cy="3406775"/>
          </a:xfrm>
          <a:custGeom>
            <a:avLst/>
            <a:gdLst/>
            <a:ahLst/>
            <a:cxnLst/>
            <a:rect l="l" t="t" r="r" b="b"/>
            <a:pathLst>
              <a:path w="3044825" h="34067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254382"/>
                </a:lnTo>
                <a:cubicBezTo>
                  <a:pt x="3044825" y="3338546"/>
                  <a:pt x="2976596" y="3406775"/>
                  <a:pt x="2892432" y="3406775"/>
                </a:cubicBezTo>
                <a:lnTo>
                  <a:pt x="152393" y="3406775"/>
                </a:lnTo>
                <a:cubicBezTo>
                  <a:pt x="68229" y="3406775"/>
                  <a:pt x="0" y="3338546"/>
                  <a:pt x="0" y="32543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4145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24550" y="26241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7872" y="37505"/>
                </a:moveTo>
                <a:lnTo>
                  <a:pt x="117872" y="64294"/>
                </a:lnTo>
                <a:lnTo>
                  <a:pt x="225028" y="64294"/>
                </a:lnTo>
                <a:lnTo>
                  <a:pt x="225028" y="37505"/>
                </a:lnTo>
                <a:cubicBezTo>
                  <a:pt x="225028" y="34558"/>
                  <a:pt x="222617" y="32147"/>
                  <a:pt x="219670" y="32147"/>
                </a:cubicBezTo>
                <a:lnTo>
                  <a:pt x="123230" y="32147"/>
                </a:lnTo>
                <a:cubicBezTo>
                  <a:pt x="120283" y="32147"/>
                  <a:pt x="117872" y="34558"/>
                  <a:pt x="117872" y="37505"/>
                </a:cubicBezTo>
                <a:close/>
                <a:moveTo>
                  <a:pt x="85725" y="64294"/>
                </a:moveTo>
                <a:lnTo>
                  <a:pt x="85725" y="37505"/>
                </a:lnTo>
                <a:cubicBezTo>
                  <a:pt x="85725" y="16810"/>
                  <a:pt x="102535" y="0"/>
                  <a:pt x="123230" y="0"/>
                </a:cubicBezTo>
                <a:lnTo>
                  <a:pt x="219670" y="0"/>
                </a:lnTo>
                <a:cubicBezTo>
                  <a:pt x="240365" y="0"/>
                  <a:pt x="257175" y="16810"/>
                  <a:pt x="257175" y="37505"/>
                </a:cubicBezTo>
                <a:lnTo>
                  <a:pt x="257175" y="64294"/>
                </a:lnTo>
                <a:lnTo>
                  <a:pt x="275994" y="64294"/>
                </a:lnTo>
                <a:cubicBezTo>
                  <a:pt x="284500" y="64294"/>
                  <a:pt x="292671" y="67709"/>
                  <a:pt x="298698" y="73737"/>
                </a:cubicBezTo>
                <a:lnTo>
                  <a:pt x="333457" y="108496"/>
                </a:lnTo>
                <a:cubicBezTo>
                  <a:pt x="339484" y="114523"/>
                  <a:pt x="342900" y="122694"/>
                  <a:pt x="342900" y="131199"/>
                </a:cubicBezTo>
                <a:lnTo>
                  <a:pt x="342900" y="182166"/>
                </a:lnTo>
                <a:lnTo>
                  <a:pt x="251817" y="182166"/>
                </a:lnTo>
                <a:lnTo>
                  <a:pt x="251817" y="171450"/>
                </a:lnTo>
                <a:cubicBezTo>
                  <a:pt x="251817" y="162543"/>
                  <a:pt x="244651" y="155377"/>
                  <a:pt x="235744" y="155377"/>
                </a:cubicBezTo>
                <a:cubicBezTo>
                  <a:pt x="226836" y="155377"/>
                  <a:pt x="219670" y="162543"/>
                  <a:pt x="219670" y="171450"/>
                </a:cubicBezTo>
                <a:lnTo>
                  <a:pt x="219670" y="182166"/>
                </a:lnTo>
                <a:lnTo>
                  <a:pt x="123230" y="182166"/>
                </a:lnTo>
                <a:lnTo>
                  <a:pt x="123230" y="171450"/>
                </a:lnTo>
                <a:cubicBezTo>
                  <a:pt x="123230" y="162543"/>
                  <a:pt x="116064" y="155377"/>
                  <a:pt x="107156" y="155377"/>
                </a:cubicBezTo>
                <a:cubicBezTo>
                  <a:pt x="98249" y="155377"/>
                  <a:pt x="91083" y="162543"/>
                  <a:pt x="91083" y="171450"/>
                </a:cubicBezTo>
                <a:lnTo>
                  <a:pt x="91083" y="182166"/>
                </a:lnTo>
                <a:lnTo>
                  <a:pt x="0" y="182166"/>
                </a:lnTo>
                <a:lnTo>
                  <a:pt x="0" y="131199"/>
                </a:lnTo>
                <a:cubicBezTo>
                  <a:pt x="0" y="122694"/>
                  <a:pt x="3416" y="114523"/>
                  <a:pt x="9443" y="108496"/>
                </a:cubicBezTo>
                <a:lnTo>
                  <a:pt x="44202" y="73737"/>
                </a:lnTo>
                <a:cubicBezTo>
                  <a:pt x="50229" y="67709"/>
                  <a:pt x="58400" y="64294"/>
                  <a:pt x="66906" y="64294"/>
                </a:cubicBezTo>
                <a:lnTo>
                  <a:pt x="85725" y="64294"/>
                </a:lnTo>
                <a:close/>
                <a:moveTo>
                  <a:pt x="0" y="278606"/>
                </a:moveTo>
                <a:lnTo>
                  <a:pt x="0" y="214313"/>
                </a:lnTo>
                <a:lnTo>
                  <a:pt x="91083" y="214313"/>
                </a:lnTo>
                <a:lnTo>
                  <a:pt x="91083" y="225028"/>
                </a:lnTo>
                <a:cubicBezTo>
                  <a:pt x="91083" y="233935"/>
                  <a:pt x="98249" y="241102"/>
                  <a:pt x="107156" y="241102"/>
                </a:cubicBezTo>
                <a:cubicBezTo>
                  <a:pt x="116064" y="241102"/>
                  <a:pt x="123230" y="233935"/>
                  <a:pt x="123230" y="225028"/>
                </a:cubicBezTo>
                <a:lnTo>
                  <a:pt x="123230" y="214313"/>
                </a:lnTo>
                <a:lnTo>
                  <a:pt x="219670" y="214313"/>
                </a:lnTo>
                <a:lnTo>
                  <a:pt x="219670" y="225028"/>
                </a:lnTo>
                <a:cubicBezTo>
                  <a:pt x="219670" y="233935"/>
                  <a:pt x="226836" y="241102"/>
                  <a:pt x="235744" y="241102"/>
                </a:cubicBezTo>
                <a:cubicBezTo>
                  <a:pt x="244651" y="241102"/>
                  <a:pt x="251817" y="233935"/>
                  <a:pt x="251817" y="225028"/>
                </a:cubicBezTo>
                <a:lnTo>
                  <a:pt x="251817" y="214313"/>
                </a:lnTo>
                <a:lnTo>
                  <a:pt x="342900" y="214313"/>
                </a:lnTo>
                <a:lnTo>
                  <a:pt x="342900" y="278606"/>
                </a:lnTo>
                <a:cubicBezTo>
                  <a:pt x="342900" y="302248"/>
                  <a:pt x="323679" y="321469"/>
                  <a:pt x="300038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5867400" y="34051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3633788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to 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0288" y="4090987"/>
            <a:ext cx="25146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the essential digital tools and platforms that streamline lead generation and management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27975" y="2106614"/>
            <a:ext cx="3044825" cy="3406775"/>
          </a:xfrm>
          <a:custGeom>
            <a:avLst/>
            <a:gdLst/>
            <a:ahLst/>
            <a:cxnLst/>
            <a:rect l="l" t="t" r="r" b="b"/>
            <a:pathLst>
              <a:path w="3044825" h="34067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254382"/>
                </a:lnTo>
                <a:cubicBezTo>
                  <a:pt x="3044825" y="3338546"/>
                  <a:pt x="2976596" y="3406775"/>
                  <a:pt x="2892432" y="3406775"/>
                </a:cubicBezTo>
                <a:lnTo>
                  <a:pt x="152393" y="3406775"/>
                </a:lnTo>
                <a:cubicBezTo>
                  <a:pt x="68229" y="3406775"/>
                  <a:pt x="0" y="3338546"/>
                  <a:pt x="0" y="32543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7800" y="24145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277350" y="26241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0200" y="34051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178800" y="3633788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Strategies That Convert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93088" y="4090987"/>
            <a:ext cx="2514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techniques that turn online interest into qualified leads and closed deals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92028" y="5895976"/>
            <a:ext cx="6407150" cy="577850"/>
          </a:xfrm>
          <a:custGeom>
            <a:avLst/>
            <a:gdLst/>
            <a:ahLst/>
            <a:cxnLst/>
            <a:rect l="l" t="t" r="r" b="b"/>
            <a:pathLst>
              <a:path w="6407150" h="577850">
                <a:moveTo>
                  <a:pt x="114299" y="0"/>
                </a:moveTo>
                <a:lnTo>
                  <a:pt x="6292851" y="0"/>
                </a:lnTo>
                <a:cubicBezTo>
                  <a:pt x="6355977" y="0"/>
                  <a:pt x="6407150" y="51173"/>
                  <a:pt x="6407150" y="114299"/>
                </a:cubicBezTo>
                <a:lnTo>
                  <a:pt x="6407150" y="463551"/>
                </a:lnTo>
                <a:cubicBezTo>
                  <a:pt x="6407150" y="526677"/>
                  <a:pt x="6355977" y="577850"/>
                  <a:pt x="6292851" y="577850"/>
                </a:cubicBezTo>
                <a:lnTo>
                  <a:pt x="114299" y="577850"/>
                </a:lnTo>
                <a:cubicBezTo>
                  <a:pt x="51173" y="577850"/>
                  <a:pt x="0" y="526677"/>
                  <a:pt x="0" y="4635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23816" y="6096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3461941" y="6051552"/>
            <a:ext cx="557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end: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You'll have a clear roadmap to transform your digital presence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1206500" cy="349250"/>
          </a:xfrm>
          <a:custGeom>
            <a:avLst/>
            <a:gdLst/>
            <a:ahLst/>
            <a:cxnLst/>
            <a:rect l="l" t="t" r="r" b="b"/>
            <a:pathLst>
              <a:path w="1206500" h="349250">
                <a:moveTo>
                  <a:pt x="174625" y="0"/>
                </a:moveTo>
                <a:lnTo>
                  <a:pt x="1031875" y="0"/>
                </a:lnTo>
                <a:cubicBezTo>
                  <a:pt x="1128318" y="0"/>
                  <a:pt x="1206500" y="78182"/>
                  <a:pt x="1206500" y="174625"/>
                </a:cubicBezTo>
                <a:lnTo>
                  <a:pt x="1206500" y="174625"/>
                </a:lnTo>
                <a:cubicBezTo>
                  <a:pt x="1206500" y="271068"/>
                  <a:pt x="1128318" y="349250"/>
                  <a:pt x="10318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88952"/>
            <a:ext cx="96549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89002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Lead?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60502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your potential customers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958977"/>
            <a:ext cx="5559425" cy="4511675"/>
          </a:xfrm>
          <a:custGeom>
            <a:avLst/>
            <a:gdLst/>
            <a:ahLst/>
            <a:cxnLst/>
            <a:rect l="l" t="t" r="r" b="b"/>
            <a:pathLst>
              <a:path w="5559425" h="4511675">
                <a:moveTo>
                  <a:pt x="152404" y="0"/>
                </a:moveTo>
                <a:lnTo>
                  <a:pt x="5407021" y="0"/>
                </a:lnTo>
                <a:cubicBezTo>
                  <a:pt x="5491191" y="0"/>
                  <a:pt x="5559425" y="68234"/>
                  <a:pt x="5559425" y="152404"/>
                </a:cubicBezTo>
                <a:lnTo>
                  <a:pt x="5559425" y="4359271"/>
                </a:lnTo>
                <a:cubicBezTo>
                  <a:pt x="5559425" y="4443441"/>
                  <a:pt x="5491191" y="4511675"/>
                  <a:pt x="5407021" y="4511675"/>
                </a:cubicBezTo>
                <a:lnTo>
                  <a:pt x="152404" y="4511675"/>
                </a:lnTo>
                <a:cubicBezTo>
                  <a:pt x="68234" y="4511675"/>
                  <a:pt x="0" y="4443441"/>
                  <a:pt x="0" y="43592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262626">
                  <a:alpha val="50000"/>
                </a:srgbClr>
              </a:gs>
            </a:gsLst>
            <a:lin ang="2700000" scaled="1"/>
          </a:gra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150" y="26050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8838" y="2814638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91083" y="85725"/>
                </a:moveTo>
                <a:cubicBezTo>
                  <a:pt x="91083" y="41369"/>
                  <a:pt x="127094" y="5358"/>
                  <a:pt x="171450" y="5358"/>
                </a:cubicBezTo>
                <a:cubicBezTo>
                  <a:pt x="215806" y="5358"/>
                  <a:pt x="251817" y="41369"/>
                  <a:pt x="251817" y="85725"/>
                </a:cubicBezTo>
                <a:cubicBezTo>
                  <a:pt x="251817" y="130081"/>
                  <a:pt x="215806" y="166092"/>
                  <a:pt x="171450" y="166092"/>
                </a:cubicBezTo>
                <a:cubicBezTo>
                  <a:pt x="127094" y="166092"/>
                  <a:pt x="91083" y="130081"/>
                  <a:pt x="91083" y="85725"/>
                </a:cubicBezTo>
                <a:close/>
                <a:moveTo>
                  <a:pt x="32147" y="323009"/>
                </a:moveTo>
                <a:cubicBezTo>
                  <a:pt x="32147" y="257041"/>
                  <a:pt x="85591" y="203597"/>
                  <a:pt x="151559" y="203597"/>
                </a:cubicBezTo>
                <a:lnTo>
                  <a:pt x="191341" y="203597"/>
                </a:lnTo>
                <a:cubicBezTo>
                  <a:pt x="257309" y="203597"/>
                  <a:pt x="310753" y="257041"/>
                  <a:pt x="310753" y="323009"/>
                </a:cubicBezTo>
                <a:cubicBezTo>
                  <a:pt x="310753" y="333993"/>
                  <a:pt x="301846" y="342900"/>
                  <a:pt x="290862" y="342900"/>
                </a:cubicBezTo>
                <a:lnTo>
                  <a:pt x="52038" y="342900"/>
                </a:lnTo>
                <a:cubicBezTo>
                  <a:pt x="41054" y="342900"/>
                  <a:pt x="32147" y="333993"/>
                  <a:pt x="32147" y="323009"/>
                </a:cubicBezTo>
                <a:close/>
                <a:moveTo>
                  <a:pt x="410141" y="88873"/>
                </a:moveTo>
                <a:lnTo>
                  <a:pt x="356562" y="174598"/>
                </a:lnTo>
                <a:cubicBezTo>
                  <a:pt x="353750" y="179085"/>
                  <a:pt x="348928" y="181898"/>
                  <a:pt x="343637" y="182166"/>
                </a:cubicBezTo>
                <a:cubicBezTo>
                  <a:pt x="338346" y="182434"/>
                  <a:pt x="333256" y="180023"/>
                  <a:pt x="330108" y="175736"/>
                </a:cubicBezTo>
                <a:lnTo>
                  <a:pt x="297961" y="132874"/>
                </a:lnTo>
                <a:cubicBezTo>
                  <a:pt x="292604" y="125775"/>
                  <a:pt x="294077" y="115729"/>
                  <a:pt x="301176" y="110371"/>
                </a:cubicBezTo>
                <a:cubicBezTo>
                  <a:pt x="308275" y="105013"/>
                  <a:pt x="318321" y="106487"/>
                  <a:pt x="323679" y="113586"/>
                </a:cubicBezTo>
                <a:lnTo>
                  <a:pt x="341761" y="137696"/>
                </a:lnTo>
                <a:lnTo>
                  <a:pt x="382883" y="71862"/>
                </a:lnTo>
                <a:cubicBezTo>
                  <a:pt x="387571" y="64361"/>
                  <a:pt x="397483" y="62017"/>
                  <a:pt x="405051" y="66772"/>
                </a:cubicBezTo>
                <a:cubicBezTo>
                  <a:pt x="412619" y="71527"/>
                  <a:pt x="414896" y="81372"/>
                  <a:pt x="410141" y="8894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92150" y="3595688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2150" y="4090987"/>
            <a:ext cx="50387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potential customer who has expressed interest in your property or real estate services.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5325" y="4941888"/>
            <a:ext cx="4930775" cy="882650"/>
          </a:xfrm>
          <a:custGeom>
            <a:avLst/>
            <a:gdLst/>
            <a:ahLst/>
            <a:cxnLst/>
            <a:rect l="l" t="t" r="r" b="b"/>
            <a:pathLst>
              <a:path w="4930775" h="882650">
                <a:moveTo>
                  <a:pt x="114303" y="0"/>
                </a:moveTo>
                <a:lnTo>
                  <a:pt x="4816472" y="0"/>
                </a:lnTo>
                <a:cubicBezTo>
                  <a:pt x="4879600" y="0"/>
                  <a:pt x="4930775" y="51175"/>
                  <a:pt x="4930775" y="114303"/>
                </a:cubicBezTo>
                <a:lnTo>
                  <a:pt x="4930775" y="768347"/>
                </a:lnTo>
                <a:cubicBezTo>
                  <a:pt x="4930775" y="831475"/>
                  <a:pt x="4879600" y="882650"/>
                  <a:pt x="4816472" y="882650"/>
                </a:cubicBezTo>
                <a:lnTo>
                  <a:pt x="114303" y="882650"/>
                </a:lnTo>
                <a:cubicBezTo>
                  <a:pt x="51218" y="882650"/>
                  <a:pt x="0" y="831432"/>
                  <a:pt x="0" y="768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050" y="51736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650" y="5135563"/>
            <a:ext cx="4371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Leads can come from various sources: website inquiries, social media engagement, referrals, or direct contact.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76975" y="1085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4150" y="1047750"/>
            <a:ext cx="539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Leads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1575" y="1584325"/>
            <a:ext cx="5559425" cy="1301750"/>
          </a:xfrm>
          <a:custGeom>
            <a:avLst/>
            <a:gdLst/>
            <a:ahLst/>
            <a:cxnLst/>
            <a:rect l="l" t="t" r="r" b="b"/>
            <a:pathLst>
              <a:path w="5559425" h="1301750">
                <a:moveTo>
                  <a:pt x="114294" y="0"/>
                </a:moveTo>
                <a:lnTo>
                  <a:pt x="5445131" y="0"/>
                </a:lnTo>
                <a:cubicBezTo>
                  <a:pt x="5508254" y="0"/>
                  <a:pt x="5559425" y="51171"/>
                  <a:pt x="5559425" y="114294"/>
                </a:cubicBezTo>
                <a:lnTo>
                  <a:pt x="5559425" y="1187456"/>
                </a:lnTo>
                <a:cubicBezTo>
                  <a:pt x="5559425" y="1250579"/>
                  <a:pt x="5508254" y="1301750"/>
                  <a:pt x="54451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350" y="18161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35750" y="19685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207250" y="1816101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Buyer Leads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07250" y="2159001"/>
            <a:ext cx="4448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Individuals actively searching for properties to purchase—residential, commercial, or investment properties.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1575" y="3044827"/>
            <a:ext cx="5559425" cy="1301750"/>
          </a:xfrm>
          <a:custGeom>
            <a:avLst/>
            <a:gdLst/>
            <a:ahLst/>
            <a:cxnLst/>
            <a:rect l="l" t="t" r="r" b="b"/>
            <a:pathLst>
              <a:path w="5559425" h="1301750">
                <a:moveTo>
                  <a:pt x="114294" y="0"/>
                </a:moveTo>
                <a:lnTo>
                  <a:pt x="5445131" y="0"/>
                </a:lnTo>
                <a:cubicBezTo>
                  <a:pt x="5508254" y="0"/>
                  <a:pt x="5559425" y="51171"/>
                  <a:pt x="5559425" y="114294"/>
                </a:cubicBezTo>
                <a:lnTo>
                  <a:pt x="5559425" y="1187456"/>
                </a:lnTo>
                <a:cubicBezTo>
                  <a:pt x="5559425" y="1250579"/>
                  <a:pt x="5508254" y="1301750"/>
                  <a:pt x="54451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350" y="3276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21463" y="3429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22649" y="-7144"/>
                  <a:pt x="117872" y="-2366"/>
                  <a:pt x="117872" y="3572"/>
                </a:cubicBezTo>
                <a:lnTo>
                  <a:pt x="117872" y="8930"/>
                </a:lnTo>
                <a:lnTo>
                  <a:pt x="117068" y="8930"/>
                </a:lnTo>
                <a:cubicBezTo>
                  <a:pt x="100727" y="8930"/>
                  <a:pt x="87511" y="22190"/>
                  <a:pt x="87511" y="38487"/>
                </a:cubicBezTo>
                <a:cubicBezTo>
                  <a:pt x="87511" y="53400"/>
                  <a:pt x="98628" y="65990"/>
                  <a:pt x="113407" y="67821"/>
                </a:cubicBezTo>
                <a:lnTo>
                  <a:pt x="140643" y="71214"/>
                </a:lnTo>
                <a:cubicBezTo>
                  <a:pt x="142920" y="71482"/>
                  <a:pt x="144661" y="73447"/>
                  <a:pt x="144661" y="75768"/>
                </a:cubicBezTo>
                <a:cubicBezTo>
                  <a:pt x="144661" y="78313"/>
                  <a:pt x="142607" y="80323"/>
                  <a:pt x="140107" y="80323"/>
                </a:cubicBezTo>
                <a:lnTo>
                  <a:pt x="107156" y="80367"/>
                </a:lnTo>
                <a:cubicBezTo>
                  <a:pt x="100236" y="80367"/>
                  <a:pt x="94655" y="85948"/>
                  <a:pt x="94655" y="92869"/>
                </a:cubicBezTo>
                <a:cubicBezTo>
                  <a:pt x="94655" y="99789"/>
                  <a:pt x="100236" y="105370"/>
                  <a:pt x="107156" y="105370"/>
                </a:cubicBezTo>
                <a:lnTo>
                  <a:pt x="117872" y="105370"/>
                </a:lnTo>
                <a:lnTo>
                  <a:pt x="117872" y="110728"/>
                </a:lnTo>
                <a:cubicBezTo>
                  <a:pt x="117872" y="116666"/>
                  <a:pt x="122649" y="121444"/>
                  <a:pt x="128588" y="121444"/>
                </a:cubicBezTo>
                <a:cubicBezTo>
                  <a:pt x="134526" y="121444"/>
                  <a:pt x="139303" y="116666"/>
                  <a:pt x="139303" y="110728"/>
                </a:cubicBezTo>
                <a:lnTo>
                  <a:pt x="139303" y="105370"/>
                </a:lnTo>
                <a:lnTo>
                  <a:pt x="140107" y="105370"/>
                </a:lnTo>
                <a:cubicBezTo>
                  <a:pt x="156448" y="105370"/>
                  <a:pt x="169664" y="92110"/>
                  <a:pt x="169664" y="75813"/>
                </a:cubicBezTo>
                <a:cubicBezTo>
                  <a:pt x="169664" y="60900"/>
                  <a:pt x="158547" y="48310"/>
                  <a:pt x="143768" y="46479"/>
                </a:cubicBezTo>
                <a:lnTo>
                  <a:pt x="116532" y="43086"/>
                </a:lnTo>
                <a:cubicBezTo>
                  <a:pt x="114255" y="42818"/>
                  <a:pt x="112514" y="40853"/>
                  <a:pt x="112514" y="38532"/>
                </a:cubicBezTo>
                <a:cubicBezTo>
                  <a:pt x="112514" y="35987"/>
                  <a:pt x="114568" y="33977"/>
                  <a:pt x="117068" y="33977"/>
                </a:cubicBezTo>
                <a:lnTo>
                  <a:pt x="146447" y="33933"/>
                </a:lnTo>
                <a:cubicBezTo>
                  <a:pt x="153367" y="33933"/>
                  <a:pt x="158948" y="28352"/>
                  <a:pt x="158948" y="21431"/>
                </a:cubicBezTo>
                <a:cubicBezTo>
                  <a:pt x="158948" y="14511"/>
                  <a:pt x="153367" y="8930"/>
                  <a:pt x="146447" y="8930"/>
                </a:cubicBezTo>
                <a:lnTo>
                  <a:pt x="139303" y="8930"/>
                </a:lnTo>
                <a:lnTo>
                  <a:pt x="139303" y="3572"/>
                </a:lnTo>
                <a:cubicBezTo>
                  <a:pt x="139303" y="-2366"/>
                  <a:pt x="134526" y="-7144"/>
                  <a:pt x="128588" y="-7144"/>
                </a:cubicBez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207250" y="3276600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Seller Leads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07250" y="3619500"/>
            <a:ext cx="4448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owners looking to list and sell their real estate assets through your agency.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51575" y="4505326"/>
            <a:ext cx="5559425" cy="1301750"/>
          </a:xfrm>
          <a:custGeom>
            <a:avLst/>
            <a:gdLst/>
            <a:ahLst/>
            <a:cxnLst/>
            <a:rect l="l" t="t" r="r" b="b"/>
            <a:pathLst>
              <a:path w="5559425" h="1301750">
                <a:moveTo>
                  <a:pt x="114294" y="0"/>
                </a:moveTo>
                <a:lnTo>
                  <a:pt x="5445131" y="0"/>
                </a:lnTo>
                <a:cubicBezTo>
                  <a:pt x="5508254" y="0"/>
                  <a:pt x="5559425" y="51171"/>
                  <a:pt x="5559425" y="114294"/>
                </a:cubicBezTo>
                <a:lnTo>
                  <a:pt x="5559425" y="1187456"/>
                </a:lnTo>
                <a:cubicBezTo>
                  <a:pt x="5559425" y="1250579"/>
                  <a:pt x="5508254" y="1301750"/>
                  <a:pt x="5445131" y="1301750"/>
                </a:cubicBezTo>
                <a:lnTo>
                  <a:pt x="114294" y="1301750"/>
                </a:lnTo>
                <a:cubicBezTo>
                  <a:pt x="51171" y="1301750"/>
                  <a:pt x="0" y="1250579"/>
                  <a:pt x="0" y="11874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350" y="47371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21463" y="488950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7207250" y="4737102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 Leads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7250" y="5080002"/>
            <a:ext cx="4448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seeking investment opportunities, rental properties, or portfolio expansion.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207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7270" y="635001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9975" y="384175"/>
            <a:ext cx="977900" cy="349250"/>
          </a:xfrm>
          <a:custGeom>
            <a:avLst/>
            <a:gdLst/>
            <a:ahLst/>
            <a:cxnLst/>
            <a:rect l="l" t="t" r="r" b="b"/>
            <a:pathLst>
              <a:path w="977900" h="349250">
                <a:moveTo>
                  <a:pt x="174625" y="0"/>
                </a:moveTo>
                <a:lnTo>
                  <a:pt x="803275" y="0"/>
                </a:lnTo>
                <a:cubicBezTo>
                  <a:pt x="899718" y="0"/>
                  <a:pt x="977900" y="78182"/>
                  <a:pt x="977900" y="174625"/>
                </a:cubicBezTo>
                <a:lnTo>
                  <a:pt x="977900" y="174625"/>
                </a:lnTo>
                <a:cubicBezTo>
                  <a:pt x="977900" y="271068"/>
                  <a:pt x="899718" y="349250"/>
                  <a:pt x="8032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550" y="488952"/>
            <a:ext cx="73531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812802"/>
            <a:ext cx="371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Marketing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308102"/>
            <a:ext cx="1083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your brand where your audience spends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175" y="1806577"/>
            <a:ext cx="4473575" cy="4664075"/>
          </a:xfrm>
          <a:custGeom>
            <a:avLst/>
            <a:gdLst/>
            <a:ahLst/>
            <a:cxnLst/>
            <a:rect l="l" t="t" r="r" b="b"/>
            <a:pathLst>
              <a:path w="4473575" h="4664075">
                <a:moveTo>
                  <a:pt x="152415" y="0"/>
                </a:moveTo>
                <a:lnTo>
                  <a:pt x="4321160" y="0"/>
                </a:lnTo>
                <a:cubicBezTo>
                  <a:pt x="4405337" y="0"/>
                  <a:pt x="4473575" y="68238"/>
                  <a:pt x="4473575" y="152415"/>
                </a:cubicBezTo>
                <a:lnTo>
                  <a:pt x="4473575" y="4511660"/>
                </a:lnTo>
                <a:cubicBezTo>
                  <a:pt x="4473575" y="4595837"/>
                  <a:pt x="4405337" y="4664075"/>
                  <a:pt x="4321160" y="4664075"/>
                </a:cubicBezTo>
                <a:lnTo>
                  <a:pt x="152415" y="4664075"/>
                </a:lnTo>
                <a:cubicBezTo>
                  <a:pt x="68238" y="4664075"/>
                  <a:pt x="0" y="4595837"/>
                  <a:pt x="0" y="4511660"/>
                </a:cubicBezTo>
                <a:lnTo>
                  <a:pt x="0" y="152415"/>
                </a:lnTo>
                <a:cubicBezTo>
                  <a:pt x="0" y="68295"/>
                  <a:pt x="68295" y="0"/>
                  <a:pt x="152415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525" y="207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85725"/>
                </a:moveTo>
                <a:cubicBezTo>
                  <a:pt x="195114" y="85725"/>
                  <a:pt x="214313" y="66526"/>
                  <a:pt x="214313" y="42863"/>
                </a:cubicBezTo>
                <a:cubicBezTo>
                  <a:pt x="214313" y="19199"/>
                  <a:pt x="195114" y="0"/>
                  <a:pt x="171450" y="0"/>
                </a:cubicBezTo>
                <a:cubicBezTo>
                  <a:pt x="147786" y="0"/>
                  <a:pt x="128588" y="19199"/>
                  <a:pt x="128588" y="42863"/>
                </a:cubicBezTo>
                <a:cubicBezTo>
                  <a:pt x="128588" y="45274"/>
                  <a:pt x="128811" y="47685"/>
                  <a:pt x="129168" y="50006"/>
                </a:cubicBezTo>
                <a:lnTo>
                  <a:pt x="71259" y="82198"/>
                </a:lnTo>
                <a:cubicBezTo>
                  <a:pt x="63713" y="75501"/>
                  <a:pt x="53757" y="71438"/>
                  <a:pt x="42863" y="71438"/>
                </a:cubicBezTo>
                <a:cubicBezTo>
                  <a:pt x="19199" y="71438"/>
                  <a:pt x="0" y="90636"/>
                  <a:pt x="0" y="114300"/>
                </a:cubicBezTo>
                <a:cubicBezTo>
                  <a:pt x="0" y="137964"/>
                  <a:pt x="19199" y="157163"/>
                  <a:pt x="42863" y="157163"/>
                </a:cubicBezTo>
                <a:cubicBezTo>
                  <a:pt x="53757" y="157163"/>
                  <a:pt x="63669" y="153099"/>
                  <a:pt x="71259" y="146402"/>
                </a:cubicBezTo>
                <a:lnTo>
                  <a:pt x="129168" y="178594"/>
                </a:lnTo>
                <a:cubicBezTo>
                  <a:pt x="128766" y="180915"/>
                  <a:pt x="128588" y="183282"/>
                  <a:pt x="128588" y="185738"/>
                </a:cubicBezTo>
                <a:cubicBezTo>
                  <a:pt x="128588" y="209401"/>
                  <a:pt x="147786" y="228600"/>
                  <a:pt x="171450" y="228600"/>
                </a:cubicBezTo>
                <a:cubicBezTo>
                  <a:pt x="195114" y="228600"/>
                  <a:pt x="214313" y="209401"/>
                  <a:pt x="214313" y="185738"/>
                </a:cubicBezTo>
                <a:cubicBezTo>
                  <a:pt x="214313" y="162074"/>
                  <a:pt x="195114" y="142875"/>
                  <a:pt x="171450" y="142875"/>
                </a:cubicBezTo>
                <a:cubicBezTo>
                  <a:pt x="160556" y="142875"/>
                  <a:pt x="150644" y="146938"/>
                  <a:pt x="143054" y="153635"/>
                </a:cubicBezTo>
                <a:lnTo>
                  <a:pt x="85145" y="121444"/>
                </a:lnTo>
                <a:cubicBezTo>
                  <a:pt x="85546" y="119122"/>
                  <a:pt x="85725" y="116756"/>
                  <a:pt x="85725" y="114300"/>
                </a:cubicBezTo>
                <a:cubicBezTo>
                  <a:pt x="85725" y="111844"/>
                  <a:pt x="85502" y="109478"/>
                  <a:pt x="85145" y="107156"/>
                </a:cubicBezTo>
                <a:lnTo>
                  <a:pt x="143054" y="74965"/>
                </a:lnTo>
                <a:cubicBezTo>
                  <a:pt x="150599" y="81662"/>
                  <a:pt x="160556" y="85725"/>
                  <a:pt x="171450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" y="2038350"/>
            <a:ext cx="3838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Platforms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536825"/>
            <a:ext cx="4006850" cy="768350"/>
          </a:xfrm>
          <a:custGeom>
            <a:avLst/>
            <a:gdLst/>
            <a:ahLst/>
            <a:cxnLst/>
            <a:rect l="l" t="t" r="r" b="b"/>
            <a:pathLst>
              <a:path w="4006850" h="768350">
                <a:moveTo>
                  <a:pt x="114300" y="0"/>
                </a:moveTo>
                <a:lnTo>
                  <a:pt x="3892550" y="0"/>
                </a:lnTo>
                <a:cubicBezTo>
                  <a:pt x="3955676" y="0"/>
                  <a:pt x="4006850" y="51174"/>
                  <a:pt x="4006850" y="114300"/>
                </a:cubicBezTo>
                <a:lnTo>
                  <a:pt x="4006850" y="654050"/>
                </a:lnTo>
                <a:cubicBezTo>
                  <a:pt x="4006850" y="717176"/>
                  <a:pt x="3955676" y="768350"/>
                  <a:pt x="3892550" y="768350"/>
                </a:cubicBezTo>
                <a:lnTo>
                  <a:pt x="114300" y="768350"/>
                </a:lnTo>
                <a:cubicBezTo>
                  <a:pt x="51174" y="768350"/>
                  <a:pt x="0" y="717176"/>
                  <a:pt x="0" y="65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4700" y="26924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F6339A"/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919956" y="28257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455" y="52462"/>
                </a:moveTo>
                <a:cubicBezTo>
                  <a:pt x="68169" y="52422"/>
                  <a:pt x="54022" y="60541"/>
                  <a:pt x="46344" y="73759"/>
                </a:cubicBezTo>
                <a:cubicBezTo>
                  <a:pt x="38666" y="86978"/>
                  <a:pt x="38624" y="103289"/>
                  <a:pt x="46232" y="116547"/>
                </a:cubicBezTo>
                <a:cubicBezTo>
                  <a:pt x="53841" y="129806"/>
                  <a:pt x="67945" y="137998"/>
                  <a:pt x="83232" y="138038"/>
                </a:cubicBezTo>
                <a:cubicBezTo>
                  <a:pt x="106848" y="138100"/>
                  <a:pt x="126070" y="118977"/>
                  <a:pt x="126132" y="95362"/>
                </a:cubicBezTo>
                <a:cubicBezTo>
                  <a:pt x="126193" y="71746"/>
                  <a:pt x="107071" y="52524"/>
                  <a:pt x="83455" y="52462"/>
                </a:cubicBezTo>
                <a:close/>
                <a:moveTo>
                  <a:pt x="83232" y="67494"/>
                </a:moveTo>
                <a:cubicBezTo>
                  <a:pt x="93149" y="67454"/>
                  <a:pt x="102333" y="72707"/>
                  <a:pt x="107326" y="81275"/>
                </a:cubicBezTo>
                <a:cubicBezTo>
                  <a:pt x="112318" y="89843"/>
                  <a:pt x="112361" y="100424"/>
                  <a:pt x="107437" y="109032"/>
                </a:cubicBezTo>
                <a:cubicBezTo>
                  <a:pt x="102514" y="117639"/>
                  <a:pt x="93372" y="122967"/>
                  <a:pt x="83455" y="123006"/>
                </a:cubicBezTo>
                <a:cubicBezTo>
                  <a:pt x="68136" y="123068"/>
                  <a:pt x="55649" y="110681"/>
                  <a:pt x="55587" y="95362"/>
                </a:cubicBezTo>
                <a:cubicBezTo>
                  <a:pt x="55526" y="80042"/>
                  <a:pt x="67913" y="67555"/>
                  <a:pt x="83232" y="67494"/>
                </a:cubicBezTo>
                <a:close/>
                <a:moveTo>
                  <a:pt x="117983" y="50713"/>
                </a:moveTo>
                <a:cubicBezTo>
                  <a:pt x="117983" y="45210"/>
                  <a:pt x="122452" y="40742"/>
                  <a:pt x="127955" y="40742"/>
                </a:cubicBezTo>
                <a:cubicBezTo>
                  <a:pt x="133458" y="40742"/>
                  <a:pt x="137926" y="45210"/>
                  <a:pt x="137926" y="50713"/>
                </a:cubicBezTo>
                <a:cubicBezTo>
                  <a:pt x="137926" y="56217"/>
                  <a:pt x="133458" y="60685"/>
                  <a:pt x="127955" y="60685"/>
                </a:cubicBezTo>
                <a:cubicBezTo>
                  <a:pt x="122452" y="60685"/>
                  <a:pt x="117983" y="56217"/>
                  <a:pt x="117983" y="50713"/>
                </a:cubicBezTo>
                <a:close/>
                <a:moveTo>
                  <a:pt x="166241" y="60833"/>
                </a:moveTo>
                <a:cubicBezTo>
                  <a:pt x="165608" y="47476"/>
                  <a:pt x="162558" y="35644"/>
                  <a:pt x="152772" y="25896"/>
                </a:cubicBezTo>
                <a:cubicBezTo>
                  <a:pt x="143024" y="16148"/>
                  <a:pt x="131192" y="13097"/>
                  <a:pt x="117835" y="12427"/>
                </a:cubicBezTo>
                <a:cubicBezTo>
                  <a:pt x="104068" y="11646"/>
                  <a:pt x="62805" y="11646"/>
                  <a:pt x="49039" y="12427"/>
                </a:cubicBezTo>
                <a:cubicBezTo>
                  <a:pt x="35719" y="13060"/>
                  <a:pt x="23887" y="16111"/>
                  <a:pt x="14101" y="25859"/>
                </a:cubicBezTo>
                <a:cubicBezTo>
                  <a:pt x="4316" y="35607"/>
                  <a:pt x="1302" y="47439"/>
                  <a:pt x="633" y="60796"/>
                </a:cubicBezTo>
                <a:cubicBezTo>
                  <a:pt x="-149" y="74563"/>
                  <a:pt x="-149" y="115825"/>
                  <a:pt x="633" y="129592"/>
                </a:cubicBezTo>
                <a:cubicBezTo>
                  <a:pt x="1265" y="142949"/>
                  <a:pt x="4316" y="154781"/>
                  <a:pt x="14101" y="164529"/>
                </a:cubicBezTo>
                <a:cubicBezTo>
                  <a:pt x="23887" y="174278"/>
                  <a:pt x="35682" y="177329"/>
                  <a:pt x="49039" y="177998"/>
                </a:cubicBezTo>
                <a:cubicBezTo>
                  <a:pt x="62805" y="178780"/>
                  <a:pt x="104068" y="178780"/>
                  <a:pt x="117835" y="177998"/>
                </a:cubicBezTo>
                <a:cubicBezTo>
                  <a:pt x="131192" y="177366"/>
                  <a:pt x="143024" y="174315"/>
                  <a:pt x="152772" y="164529"/>
                </a:cubicBezTo>
                <a:cubicBezTo>
                  <a:pt x="162520" y="154781"/>
                  <a:pt x="165571" y="142949"/>
                  <a:pt x="166241" y="129592"/>
                </a:cubicBezTo>
                <a:cubicBezTo>
                  <a:pt x="167022" y="115825"/>
                  <a:pt x="167022" y="74600"/>
                  <a:pt x="166241" y="60833"/>
                </a:cubicBezTo>
                <a:close/>
                <a:moveTo>
                  <a:pt x="148456" y="144363"/>
                </a:moveTo>
                <a:cubicBezTo>
                  <a:pt x="145554" y="151656"/>
                  <a:pt x="139936" y="157274"/>
                  <a:pt x="132606" y="160213"/>
                </a:cubicBezTo>
                <a:cubicBezTo>
                  <a:pt x="121630" y="164567"/>
                  <a:pt x="95585" y="163562"/>
                  <a:pt x="83455" y="163562"/>
                </a:cubicBezTo>
                <a:cubicBezTo>
                  <a:pt x="71326" y="163562"/>
                  <a:pt x="45244" y="164529"/>
                  <a:pt x="34305" y="160213"/>
                </a:cubicBezTo>
                <a:cubicBezTo>
                  <a:pt x="27012" y="157311"/>
                  <a:pt x="21394" y="151693"/>
                  <a:pt x="18455" y="144363"/>
                </a:cubicBezTo>
                <a:cubicBezTo>
                  <a:pt x="14101" y="133387"/>
                  <a:pt x="15106" y="107342"/>
                  <a:pt x="15106" y="95213"/>
                </a:cubicBezTo>
                <a:cubicBezTo>
                  <a:pt x="15106" y="83083"/>
                  <a:pt x="14139" y="57001"/>
                  <a:pt x="18455" y="46062"/>
                </a:cubicBezTo>
                <a:cubicBezTo>
                  <a:pt x="21357" y="38770"/>
                  <a:pt x="26975" y="33151"/>
                  <a:pt x="34305" y="30212"/>
                </a:cubicBezTo>
                <a:cubicBezTo>
                  <a:pt x="45281" y="25859"/>
                  <a:pt x="71326" y="26863"/>
                  <a:pt x="83455" y="26863"/>
                </a:cubicBezTo>
                <a:cubicBezTo>
                  <a:pt x="95585" y="26863"/>
                  <a:pt x="121667" y="25896"/>
                  <a:pt x="132606" y="30212"/>
                </a:cubicBezTo>
                <a:cubicBezTo>
                  <a:pt x="139898" y="33114"/>
                  <a:pt x="145517" y="38733"/>
                  <a:pt x="148456" y="46062"/>
                </a:cubicBezTo>
                <a:cubicBezTo>
                  <a:pt x="152809" y="57038"/>
                  <a:pt x="151805" y="83083"/>
                  <a:pt x="151805" y="95213"/>
                </a:cubicBezTo>
                <a:cubicBezTo>
                  <a:pt x="151805" y="107342"/>
                  <a:pt x="152809" y="133424"/>
                  <a:pt x="148456" y="144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84300" y="269240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84300" y="2959103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storytelling &amp; property showcases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" y="3463927"/>
            <a:ext cx="4006850" cy="768350"/>
          </a:xfrm>
          <a:custGeom>
            <a:avLst/>
            <a:gdLst/>
            <a:ahLst/>
            <a:cxnLst/>
            <a:rect l="l" t="t" r="r" b="b"/>
            <a:pathLst>
              <a:path w="4006850" h="768350">
                <a:moveTo>
                  <a:pt x="114300" y="0"/>
                </a:moveTo>
                <a:lnTo>
                  <a:pt x="3892550" y="0"/>
                </a:lnTo>
                <a:cubicBezTo>
                  <a:pt x="3955676" y="0"/>
                  <a:pt x="4006850" y="51174"/>
                  <a:pt x="4006850" y="114300"/>
                </a:cubicBezTo>
                <a:lnTo>
                  <a:pt x="4006850" y="654050"/>
                </a:lnTo>
                <a:cubicBezTo>
                  <a:pt x="4006850" y="717176"/>
                  <a:pt x="3955676" y="768350"/>
                  <a:pt x="3892550" y="768350"/>
                </a:cubicBezTo>
                <a:lnTo>
                  <a:pt x="114300" y="768350"/>
                </a:lnTo>
                <a:cubicBezTo>
                  <a:pt x="51174" y="768350"/>
                  <a:pt x="0" y="717176"/>
                  <a:pt x="0" y="65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7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55DFC"/>
              </a:gs>
              <a:gs pos="100000">
                <a:srgbClr val="193CB8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943769" y="37528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9766" y="111361"/>
                </a:moveTo>
                <a:lnTo>
                  <a:pt x="29766" y="190500"/>
                </a:lnTo>
                <a:lnTo>
                  <a:pt x="72926" y="190500"/>
                </a:lnTo>
                <a:lnTo>
                  <a:pt x="72926" y="111361"/>
                </a:lnTo>
                <a:lnTo>
                  <a:pt x="105110" y="111361"/>
                </a:lnTo>
                <a:lnTo>
                  <a:pt x="111807" y="74972"/>
                </a:lnTo>
                <a:lnTo>
                  <a:pt x="72926" y="74972"/>
                </a:lnTo>
                <a:lnTo>
                  <a:pt x="72926" y="62099"/>
                </a:lnTo>
                <a:cubicBezTo>
                  <a:pt x="72926" y="42863"/>
                  <a:pt x="80479" y="35496"/>
                  <a:pt x="99975" y="35496"/>
                </a:cubicBezTo>
                <a:cubicBezTo>
                  <a:pt x="106040" y="35496"/>
                  <a:pt x="110914" y="35644"/>
                  <a:pt x="113742" y="35942"/>
                </a:cubicBezTo>
                <a:lnTo>
                  <a:pt x="113742" y="2939"/>
                </a:lnTo>
                <a:cubicBezTo>
                  <a:pt x="108421" y="1488"/>
                  <a:pt x="95399" y="0"/>
                  <a:pt x="87883" y="0"/>
                </a:cubicBezTo>
                <a:cubicBezTo>
                  <a:pt x="48109" y="0"/>
                  <a:pt x="29766" y="18790"/>
                  <a:pt x="29766" y="59308"/>
                </a:cubicBezTo>
                <a:lnTo>
                  <a:pt x="29766" y="74972"/>
                </a:lnTo>
                <a:lnTo>
                  <a:pt x="5209" y="74972"/>
                </a:lnTo>
                <a:lnTo>
                  <a:pt x="5209" y="111361"/>
                </a:lnTo>
                <a:lnTo>
                  <a:pt x="29766" y="1113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4300" y="3619500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84300" y="38862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building &amp; targeted ads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4391028"/>
            <a:ext cx="4006850" cy="768350"/>
          </a:xfrm>
          <a:custGeom>
            <a:avLst/>
            <a:gdLst/>
            <a:ahLst/>
            <a:cxnLst/>
            <a:rect l="l" t="t" r="r" b="b"/>
            <a:pathLst>
              <a:path w="4006850" h="768350">
                <a:moveTo>
                  <a:pt x="114300" y="0"/>
                </a:moveTo>
                <a:lnTo>
                  <a:pt x="3892550" y="0"/>
                </a:lnTo>
                <a:cubicBezTo>
                  <a:pt x="3955676" y="0"/>
                  <a:pt x="4006850" y="51174"/>
                  <a:pt x="4006850" y="114300"/>
                </a:cubicBezTo>
                <a:lnTo>
                  <a:pt x="4006850" y="654050"/>
                </a:lnTo>
                <a:cubicBezTo>
                  <a:pt x="4006850" y="717176"/>
                  <a:pt x="3955676" y="768350"/>
                  <a:pt x="3892550" y="768350"/>
                </a:cubicBezTo>
                <a:lnTo>
                  <a:pt x="114300" y="768350"/>
                </a:lnTo>
                <a:cubicBezTo>
                  <a:pt x="51174" y="768350"/>
                  <a:pt x="0" y="717176"/>
                  <a:pt x="0" y="65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700" y="45466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100000">
                <a:srgbClr val="1E2939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919956" y="46799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874" y="78098"/>
                </a:moveTo>
                <a:cubicBezTo>
                  <a:pt x="150502" y="78135"/>
                  <a:pt x="134503" y="73037"/>
                  <a:pt x="121183" y="63512"/>
                </a:cubicBezTo>
                <a:lnTo>
                  <a:pt x="121183" y="130001"/>
                </a:lnTo>
                <a:cubicBezTo>
                  <a:pt x="121183" y="142317"/>
                  <a:pt x="117425" y="154335"/>
                  <a:pt x="110393" y="164455"/>
                </a:cubicBezTo>
                <a:cubicBezTo>
                  <a:pt x="103361" y="174575"/>
                  <a:pt x="93427" y="182314"/>
                  <a:pt x="81893" y="186630"/>
                </a:cubicBezTo>
                <a:cubicBezTo>
                  <a:pt x="70358" y="190946"/>
                  <a:pt x="57783" y="191653"/>
                  <a:pt x="45839" y="188602"/>
                </a:cubicBezTo>
                <a:cubicBezTo>
                  <a:pt x="33896" y="185551"/>
                  <a:pt x="23180" y="178966"/>
                  <a:pt x="15069" y="169701"/>
                </a:cubicBezTo>
                <a:cubicBezTo>
                  <a:pt x="6958" y="160437"/>
                  <a:pt x="1935" y="148865"/>
                  <a:pt x="558" y="136624"/>
                </a:cubicBezTo>
                <a:cubicBezTo>
                  <a:pt x="-819" y="124383"/>
                  <a:pt x="1637" y="112030"/>
                  <a:pt x="7479" y="101203"/>
                </a:cubicBezTo>
                <a:cubicBezTo>
                  <a:pt x="13320" y="90376"/>
                  <a:pt x="22361" y="81595"/>
                  <a:pt x="33375" y="76014"/>
                </a:cubicBezTo>
                <a:cubicBezTo>
                  <a:pt x="44388" y="70433"/>
                  <a:pt x="56778" y="68387"/>
                  <a:pt x="68982" y="70061"/>
                </a:cubicBezTo>
                <a:lnTo>
                  <a:pt x="68982" y="103510"/>
                </a:lnTo>
                <a:cubicBezTo>
                  <a:pt x="63401" y="101761"/>
                  <a:pt x="57410" y="101798"/>
                  <a:pt x="51867" y="103659"/>
                </a:cubicBezTo>
                <a:cubicBezTo>
                  <a:pt x="46323" y="105519"/>
                  <a:pt x="41486" y="109091"/>
                  <a:pt x="38100" y="113816"/>
                </a:cubicBezTo>
                <a:cubicBezTo>
                  <a:pt x="34714" y="118542"/>
                  <a:pt x="32891" y="124271"/>
                  <a:pt x="32928" y="130150"/>
                </a:cubicBezTo>
                <a:cubicBezTo>
                  <a:pt x="32965" y="136029"/>
                  <a:pt x="34863" y="141684"/>
                  <a:pt x="38323" y="146410"/>
                </a:cubicBezTo>
                <a:cubicBezTo>
                  <a:pt x="41783" y="151135"/>
                  <a:pt x="46658" y="154632"/>
                  <a:pt x="52239" y="156418"/>
                </a:cubicBezTo>
                <a:cubicBezTo>
                  <a:pt x="57820" y="158204"/>
                  <a:pt x="63810" y="158204"/>
                  <a:pt x="69354" y="156381"/>
                </a:cubicBezTo>
                <a:cubicBezTo>
                  <a:pt x="74898" y="154558"/>
                  <a:pt x="79772" y="151023"/>
                  <a:pt x="83195" y="146298"/>
                </a:cubicBezTo>
                <a:cubicBezTo>
                  <a:pt x="86618" y="141573"/>
                  <a:pt x="88478" y="135843"/>
                  <a:pt x="88478" y="130001"/>
                </a:cubicBezTo>
                <a:lnTo>
                  <a:pt x="88478" y="0"/>
                </a:lnTo>
                <a:lnTo>
                  <a:pt x="121221" y="0"/>
                </a:lnTo>
                <a:cubicBezTo>
                  <a:pt x="121183" y="2753"/>
                  <a:pt x="121444" y="5544"/>
                  <a:pt x="121927" y="8260"/>
                </a:cubicBezTo>
                <a:cubicBezTo>
                  <a:pt x="123081" y="14325"/>
                  <a:pt x="125425" y="20129"/>
                  <a:pt x="128885" y="25264"/>
                </a:cubicBezTo>
                <a:cubicBezTo>
                  <a:pt x="132345" y="30398"/>
                  <a:pt x="136810" y="34789"/>
                  <a:pt x="141982" y="38137"/>
                </a:cubicBezTo>
                <a:cubicBezTo>
                  <a:pt x="149386" y="43011"/>
                  <a:pt x="158055" y="45616"/>
                  <a:pt x="166911" y="45616"/>
                </a:cubicBezTo>
                <a:lnTo>
                  <a:pt x="166911" y="781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84300" y="4546602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TikTok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84300" y="4813302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Short-form video &amp; viral content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93296" y="1806577"/>
            <a:ext cx="6711950" cy="3368675"/>
          </a:xfrm>
          <a:custGeom>
            <a:avLst/>
            <a:gdLst/>
            <a:ahLst/>
            <a:cxnLst/>
            <a:rect l="l" t="t" r="r" b="b"/>
            <a:pathLst>
              <a:path w="6711950" h="3368675">
                <a:moveTo>
                  <a:pt x="152399" y="0"/>
                </a:moveTo>
                <a:lnTo>
                  <a:pt x="6559551" y="0"/>
                </a:lnTo>
                <a:cubicBezTo>
                  <a:pt x="6643719" y="0"/>
                  <a:pt x="6711950" y="68231"/>
                  <a:pt x="6711950" y="152399"/>
                </a:cubicBezTo>
                <a:lnTo>
                  <a:pt x="6711950" y="3216276"/>
                </a:lnTo>
                <a:cubicBezTo>
                  <a:pt x="6711950" y="3300444"/>
                  <a:pt x="6643719" y="3368675"/>
                  <a:pt x="6559551" y="3368675"/>
                </a:cubicBezTo>
                <a:lnTo>
                  <a:pt x="152399" y="3368675"/>
                </a:lnTo>
                <a:cubicBezTo>
                  <a:pt x="68288" y="3368675"/>
                  <a:pt x="0" y="3300387"/>
                  <a:pt x="0" y="321627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9358" y="2076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610820" y="2038350"/>
            <a:ext cx="607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That Works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28245" y="2536825"/>
            <a:ext cx="1978025" cy="1758950"/>
          </a:xfrm>
          <a:custGeom>
            <a:avLst/>
            <a:gdLst/>
            <a:ahLst/>
            <a:cxnLst/>
            <a:rect l="l" t="t" r="r" b="b"/>
            <a:pathLst>
              <a:path w="1978025" h="1758950">
                <a:moveTo>
                  <a:pt x="114297" y="0"/>
                </a:moveTo>
                <a:lnTo>
                  <a:pt x="1863728" y="0"/>
                </a:lnTo>
                <a:cubicBezTo>
                  <a:pt x="1926853" y="0"/>
                  <a:pt x="1978025" y="51172"/>
                  <a:pt x="1978025" y="114297"/>
                </a:cubicBezTo>
                <a:lnTo>
                  <a:pt x="1978025" y="1644653"/>
                </a:lnTo>
                <a:cubicBezTo>
                  <a:pt x="1978025" y="1707778"/>
                  <a:pt x="1926853" y="1758950"/>
                  <a:pt x="18637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9367" y="27305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16055" y="288290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5479058" y="3378203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Property Videos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8583" y="3721103"/>
            <a:ext cx="165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tours &amp; walkthroughs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62639" y="2536825"/>
            <a:ext cx="1978025" cy="1758950"/>
          </a:xfrm>
          <a:custGeom>
            <a:avLst/>
            <a:gdLst/>
            <a:ahLst/>
            <a:cxnLst/>
            <a:rect l="l" t="t" r="r" b="b"/>
            <a:pathLst>
              <a:path w="1978025" h="1758950">
                <a:moveTo>
                  <a:pt x="114297" y="0"/>
                </a:moveTo>
                <a:lnTo>
                  <a:pt x="1863728" y="0"/>
                </a:lnTo>
                <a:cubicBezTo>
                  <a:pt x="1926853" y="0"/>
                  <a:pt x="1978025" y="51172"/>
                  <a:pt x="1978025" y="114297"/>
                </a:cubicBezTo>
                <a:lnTo>
                  <a:pt x="1978025" y="1644653"/>
                </a:lnTo>
                <a:cubicBezTo>
                  <a:pt x="1978025" y="1707778"/>
                  <a:pt x="1926853" y="1758950"/>
                  <a:pt x="18637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761" y="27305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36161" y="28829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7613452" y="3378203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Before/After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2977" y="3721103"/>
            <a:ext cx="165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Transformations &amp; renovations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97132" y="2536825"/>
            <a:ext cx="1978025" cy="1758950"/>
          </a:xfrm>
          <a:custGeom>
            <a:avLst/>
            <a:gdLst/>
            <a:ahLst/>
            <a:cxnLst/>
            <a:rect l="l" t="t" r="r" b="b"/>
            <a:pathLst>
              <a:path w="1978025" h="1758950">
                <a:moveTo>
                  <a:pt x="114297" y="0"/>
                </a:moveTo>
                <a:lnTo>
                  <a:pt x="1863728" y="0"/>
                </a:lnTo>
                <a:cubicBezTo>
                  <a:pt x="1926853" y="0"/>
                  <a:pt x="1978025" y="51172"/>
                  <a:pt x="1978025" y="114297"/>
                </a:cubicBezTo>
                <a:lnTo>
                  <a:pt x="1978025" y="1644653"/>
                </a:lnTo>
                <a:cubicBezTo>
                  <a:pt x="1978025" y="1707778"/>
                  <a:pt x="1926853" y="1758950"/>
                  <a:pt x="18637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18254" y="27305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456366" y="288290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9747945" y="3378203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Testimonials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57470" y="3721103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success stories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09171" y="5334000"/>
            <a:ext cx="6705600" cy="1143000"/>
          </a:xfrm>
          <a:custGeom>
            <a:avLst/>
            <a:gdLst/>
            <a:ahLst/>
            <a:cxnLst/>
            <a:rect l="l" t="t" r="r" b="b"/>
            <a:pathLst>
              <a:path w="6705600" h="1143000">
                <a:moveTo>
                  <a:pt x="38100" y="0"/>
                </a:moveTo>
                <a:lnTo>
                  <a:pt x="6591300" y="0"/>
                </a:lnTo>
                <a:cubicBezTo>
                  <a:pt x="6654384" y="0"/>
                  <a:pt x="6705600" y="51216"/>
                  <a:pt x="6705600" y="114300"/>
                </a:cubicBezTo>
                <a:lnTo>
                  <a:pt x="6705600" y="1028700"/>
                </a:lnTo>
                <a:cubicBezTo>
                  <a:pt x="6705600" y="1091784"/>
                  <a:pt x="6654384" y="1143000"/>
                  <a:pt x="6591300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5109171" y="5334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Shape 44"/>
          <p:cNvSpPr/>
          <p:nvPr/>
        </p:nvSpPr>
        <p:spPr>
          <a:xfrm>
            <a:off x="5361583" y="5562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5731570" y="5524500"/>
            <a:ext cx="597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31570" y="5829300"/>
            <a:ext cx="5962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consistently (3-5x/week) and engage with comments to build trust and algorithm favorability.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207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15243" y="63500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9975" y="384175"/>
            <a:ext cx="977900" cy="349250"/>
          </a:xfrm>
          <a:custGeom>
            <a:avLst/>
            <a:gdLst/>
            <a:ahLst/>
            <a:cxnLst/>
            <a:rect l="l" t="t" r="r" b="b"/>
            <a:pathLst>
              <a:path w="977900" h="349250">
                <a:moveTo>
                  <a:pt x="174625" y="0"/>
                </a:moveTo>
                <a:lnTo>
                  <a:pt x="803275" y="0"/>
                </a:lnTo>
                <a:cubicBezTo>
                  <a:pt x="899718" y="0"/>
                  <a:pt x="977900" y="78182"/>
                  <a:pt x="977900" y="174625"/>
                </a:cubicBezTo>
                <a:lnTo>
                  <a:pt x="977900" y="174625"/>
                </a:lnTo>
                <a:cubicBezTo>
                  <a:pt x="977900" y="271068"/>
                  <a:pt x="899718" y="349250"/>
                  <a:pt x="8032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550" y="488952"/>
            <a:ext cx="73531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812802"/>
            <a:ext cx="2638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Advertising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308102"/>
            <a:ext cx="1083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 lead generation with targeted campaigns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175" y="1806577"/>
            <a:ext cx="5597525" cy="4664075"/>
          </a:xfrm>
          <a:custGeom>
            <a:avLst/>
            <a:gdLst/>
            <a:ahLst/>
            <a:cxnLst/>
            <a:rect l="l" t="t" r="r" b="b"/>
            <a:pathLst>
              <a:path w="5597525" h="4664075">
                <a:moveTo>
                  <a:pt x="152422" y="0"/>
                </a:moveTo>
                <a:lnTo>
                  <a:pt x="5445103" y="0"/>
                </a:lnTo>
                <a:cubicBezTo>
                  <a:pt x="5529227" y="0"/>
                  <a:pt x="5597525" y="68298"/>
                  <a:pt x="5597525" y="152422"/>
                </a:cubicBezTo>
                <a:lnTo>
                  <a:pt x="5597525" y="4511653"/>
                </a:lnTo>
                <a:cubicBezTo>
                  <a:pt x="5597525" y="4595777"/>
                  <a:pt x="5529227" y="4664075"/>
                  <a:pt x="5445103" y="4664075"/>
                </a:cubicBezTo>
                <a:lnTo>
                  <a:pt x="152422" y="4664075"/>
                </a:lnTo>
                <a:cubicBezTo>
                  <a:pt x="68298" y="4664075"/>
                  <a:pt x="0" y="4595777"/>
                  <a:pt x="0" y="451165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525" y="207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" y="2038350"/>
            <a:ext cx="496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 Platforms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536825"/>
            <a:ext cx="5121275" cy="1454150"/>
          </a:xfrm>
          <a:custGeom>
            <a:avLst/>
            <a:gdLst/>
            <a:ahLst/>
            <a:cxnLst/>
            <a:rect l="l" t="t" r="r" b="b"/>
            <a:pathLst>
              <a:path w="5121275" h="1454150">
                <a:moveTo>
                  <a:pt x="114296" y="0"/>
                </a:moveTo>
                <a:lnTo>
                  <a:pt x="5006979" y="0"/>
                </a:lnTo>
                <a:cubicBezTo>
                  <a:pt x="5070103" y="0"/>
                  <a:pt x="5121275" y="51172"/>
                  <a:pt x="5121275" y="114296"/>
                </a:cubicBezTo>
                <a:lnTo>
                  <a:pt x="5121275" y="1339854"/>
                </a:lnTo>
                <a:cubicBezTo>
                  <a:pt x="5121275" y="1402978"/>
                  <a:pt x="5070103" y="1454150"/>
                  <a:pt x="5006979" y="1454150"/>
                </a:cubicBezTo>
                <a:lnTo>
                  <a:pt x="114296" y="1454150"/>
                </a:lnTo>
                <a:cubicBezTo>
                  <a:pt x="51172" y="1454150"/>
                  <a:pt x="0" y="1402978"/>
                  <a:pt x="0" y="1339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2800" y="2730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55DFC"/>
              </a:gs>
              <a:gs pos="100000">
                <a:srgbClr val="193CB8"/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981869" y="2863853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29766" y="111361"/>
                </a:moveTo>
                <a:lnTo>
                  <a:pt x="29766" y="190500"/>
                </a:lnTo>
                <a:lnTo>
                  <a:pt x="72926" y="190500"/>
                </a:lnTo>
                <a:lnTo>
                  <a:pt x="72926" y="111361"/>
                </a:lnTo>
                <a:lnTo>
                  <a:pt x="105110" y="111361"/>
                </a:lnTo>
                <a:lnTo>
                  <a:pt x="111807" y="74972"/>
                </a:lnTo>
                <a:lnTo>
                  <a:pt x="72926" y="74972"/>
                </a:lnTo>
                <a:lnTo>
                  <a:pt x="72926" y="62099"/>
                </a:lnTo>
                <a:cubicBezTo>
                  <a:pt x="72926" y="42863"/>
                  <a:pt x="80479" y="35496"/>
                  <a:pt x="99975" y="35496"/>
                </a:cubicBezTo>
                <a:cubicBezTo>
                  <a:pt x="106040" y="35496"/>
                  <a:pt x="110914" y="35644"/>
                  <a:pt x="113742" y="35942"/>
                </a:cubicBezTo>
                <a:lnTo>
                  <a:pt x="113742" y="2939"/>
                </a:lnTo>
                <a:cubicBezTo>
                  <a:pt x="108421" y="1488"/>
                  <a:pt x="95399" y="0"/>
                  <a:pt x="87883" y="0"/>
                </a:cubicBezTo>
                <a:cubicBezTo>
                  <a:pt x="48109" y="0"/>
                  <a:pt x="29766" y="18790"/>
                  <a:pt x="29766" y="59308"/>
                </a:cubicBezTo>
                <a:lnTo>
                  <a:pt x="29766" y="74972"/>
                </a:lnTo>
                <a:lnTo>
                  <a:pt x="5209" y="74972"/>
                </a:lnTo>
                <a:lnTo>
                  <a:pt x="5209" y="111361"/>
                </a:lnTo>
                <a:lnTo>
                  <a:pt x="29766" y="1113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22400" y="2825753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Facebook Ads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3302003"/>
            <a:ext cx="4810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targeting options with detailed demographic and interest-based filters. Ideal for local market penetration.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" y="4149727"/>
            <a:ext cx="5121275" cy="1454150"/>
          </a:xfrm>
          <a:custGeom>
            <a:avLst/>
            <a:gdLst/>
            <a:ahLst/>
            <a:cxnLst/>
            <a:rect l="l" t="t" r="r" b="b"/>
            <a:pathLst>
              <a:path w="5121275" h="1454150">
                <a:moveTo>
                  <a:pt x="114296" y="0"/>
                </a:moveTo>
                <a:lnTo>
                  <a:pt x="5006979" y="0"/>
                </a:lnTo>
                <a:cubicBezTo>
                  <a:pt x="5070103" y="0"/>
                  <a:pt x="5121275" y="51172"/>
                  <a:pt x="5121275" y="114296"/>
                </a:cubicBezTo>
                <a:lnTo>
                  <a:pt x="5121275" y="1339854"/>
                </a:lnTo>
                <a:cubicBezTo>
                  <a:pt x="5121275" y="1402978"/>
                  <a:pt x="5070103" y="1454150"/>
                  <a:pt x="5006979" y="1454150"/>
                </a:cubicBezTo>
                <a:lnTo>
                  <a:pt x="114296" y="1454150"/>
                </a:lnTo>
                <a:cubicBezTo>
                  <a:pt x="51172" y="1454150"/>
                  <a:pt x="0" y="1402978"/>
                  <a:pt x="0" y="1339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434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B2C36"/>
              </a:gs>
              <a:gs pos="100000">
                <a:srgbClr val="F0B100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946150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6035" y="97408"/>
                </a:moveTo>
                <a:cubicBezTo>
                  <a:pt x="186035" y="150056"/>
                  <a:pt x="149982" y="187523"/>
                  <a:pt x="96738" y="187523"/>
                </a:cubicBezTo>
                <a:cubicBezTo>
                  <a:pt x="45690" y="187523"/>
                  <a:pt x="4465" y="146298"/>
                  <a:pt x="4465" y="95250"/>
                </a:cubicBezTo>
                <a:cubicBezTo>
                  <a:pt x="4465" y="44202"/>
                  <a:pt x="45690" y="2977"/>
                  <a:pt x="96738" y="2977"/>
                </a:cubicBezTo>
                <a:cubicBezTo>
                  <a:pt x="121593" y="2977"/>
                  <a:pt x="142503" y="12092"/>
                  <a:pt x="158614" y="27124"/>
                </a:cubicBezTo>
                <a:lnTo>
                  <a:pt x="133499" y="51271"/>
                </a:lnTo>
                <a:cubicBezTo>
                  <a:pt x="100645" y="19571"/>
                  <a:pt x="39551" y="43383"/>
                  <a:pt x="39551" y="95250"/>
                </a:cubicBezTo>
                <a:cubicBezTo>
                  <a:pt x="39551" y="127434"/>
                  <a:pt x="65261" y="153516"/>
                  <a:pt x="96738" y="153516"/>
                </a:cubicBezTo>
                <a:cubicBezTo>
                  <a:pt x="133276" y="153516"/>
                  <a:pt x="146968" y="127322"/>
                  <a:pt x="149126" y="113742"/>
                </a:cubicBezTo>
                <a:lnTo>
                  <a:pt x="96738" y="113742"/>
                </a:lnTo>
                <a:lnTo>
                  <a:pt x="96738" y="82004"/>
                </a:lnTo>
                <a:lnTo>
                  <a:pt x="184584" y="82004"/>
                </a:lnTo>
                <a:cubicBezTo>
                  <a:pt x="185440" y="86730"/>
                  <a:pt x="186035" y="91269"/>
                  <a:pt x="186035" y="974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443865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4914900"/>
            <a:ext cx="4810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high-intent searches. Appear when prospects actively search for properties in your area.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3475" y="1806577"/>
            <a:ext cx="5597525" cy="2863850"/>
          </a:xfrm>
          <a:custGeom>
            <a:avLst/>
            <a:gdLst/>
            <a:ahLst/>
            <a:cxnLst/>
            <a:rect l="l" t="t" r="r" b="b"/>
            <a:pathLst>
              <a:path w="5597525" h="2863850">
                <a:moveTo>
                  <a:pt x="152414" y="0"/>
                </a:moveTo>
                <a:lnTo>
                  <a:pt x="5445111" y="0"/>
                </a:lnTo>
                <a:cubicBezTo>
                  <a:pt x="5529287" y="0"/>
                  <a:pt x="5597525" y="68238"/>
                  <a:pt x="5597525" y="152414"/>
                </a:cubicBezTo>
                <a:lnTo>
                  <a:pt x="5597525" y="2711436"/>
                </a:lnTo>
                <a:cubicBezTo>
                  <a:pt x="5597525" y="2795612"/>
                  <a:pt x="5529287" y="2863850"/>
                  <a:pt x="5445111" y="2863850"/>
                </a:cubicBezTo>
                <a:lnTo>
                  <a:pt x="152414" y="2863850"/>
                </a:lnTo>
                <a:cubicBezTo>
                  <a:pt x="68238" y="2863850"/>
                  <a:pt x="0" y="2795612"/>
                  <a:pt x="0" y="271143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9538" y="2076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731000" y="2038350"/>
            <a:ext cx="496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Targeting Parameters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5250" y="2533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02413" y="2667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7054850" y="253365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4850" y="283845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specific neighborhoods, cities, or radius around properties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5250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7860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7054850" y="3219450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Income Level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54850" y="3524250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household income to match property price points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5250" y="3905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78600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7054850" y="390525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54850" y="4210050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 interested in real estate, home improvement, investing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3475" y="4867278"/>
            <a:ext cx="5597525" cy="882650"/>
          </a:xfrm>
          <a:custGeom>
            <a:avLst/>
            <a:gdLst/>
            <a:ahLst/>
            <a:cxnLst/>
            <a:rect l="l" t="t" r="r" b="b"/>
            <a:pathLst>
              <a:path w="5597525" h="88265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768347"/>
                </a:lnTo>
                <a:cubicBezTo>
                  <a:pt x="5597525" y="831475"/>
                  <a:pt x="5546350" y="882650"/>
                  <a:pt x="5483222" y="882650"/>
                </a:cubicBezTo>
                <a:lnTo>
                  <a:pt x="114303" y="882650"/>
                </a:lnTo>
                <a:cubicBezTo>
                  <a:pt x="51218" y="882650"/>
                  <a:pt x="0" y="831432"/>
                  <a:pt x="0" y="768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5250" y="51657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916738" y="5060952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Potential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16738" y="5327652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Well-targeted campaigns can deliver 3-5x return on ad spend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207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12366" y="63500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9975" y="384175"/>
            <a:ext cx="977900" cy="349250"/>
          </a:xfrm>
          <a:custGeom>
            <a:avLst/>
            <a:gdLst/>
            <a:ahLst/>
            <a:cxnLst/>
            <a:rect l="l" t="t" r="r" b="b"/>
            <a:pathLst>
              <a:path w="977900" h="349250">
                <a:moveTo>
                  <a:pt x="174625" y="0"/>
                </a:moveTo>
                <a:lnTo>
                  <a:pt x="803275" y="0"/>
                </a:lnTo>
                <a:cubicBezTo>
                  <a:pt x="899718" y="0"/>
                  <a:pt x="977900" y="78182"/>
                  <a:pt x="977900" y="174625"/>
                </a:cubicBezTo>
                <a:lnTo>
                  <a:pt x="977900" y="174625"/>
                </a:lnTo>
                <a:cubicBezTo>
                  <a:pt x="977900" y="271068"/>
                  <a:pt x="899718" y="349250"/>
                  <a:pt x="8032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550" y="488952"/>
            <a:ext cx="73531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812802"/>
            <a:ext cx="4048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&amp; Landing Pages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308102"/>
            <a:ext cx="552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digital storefront and lead capture hub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175" y="1806577"/>
            <a:ext cx="6111875" cy="4664075"/>
          </a:xfrm>
          <a:custGeom>
            <a:avLst/>
            <a:gdLst/>
            <a:ahLst/>
            <a:cxnLst/>
            <a:rect l="l" t="t" r="r" b="b"/>
            <a:pathLst>
              <a:path w="6111875" h="4664075">
                <a:moveTo>
                  <a:pt x="152422" y="0"/>
                </a:moveTo>
                <a:lnTo>
                  <a:pt x="5959453" y="0"/>
                </a:lnTo>
                <a:cubicBezTo>
                  <a:pt x="6043577" y="0"/>
                  <a:pt x="6111875" y="68298"/>
                  <a:pt x="6111875" y="152422"/>
                </a:cubicBezTo>
                <a:lnTo>
                  <a:pt x="6111875" y="4511653"/>
                </a:lnTo>
                <a:cubicBezTo>
                  <a:pt x="6111875" y="4595777"/>
                  <a:pt x="6043577" y="4664075"/>
                  <a:pt x="5959453" y="4664075"/>
                </a:cubicBezTo>
                <a:lnTo>
                  <a:pt x="152422" y="4664075"/>
                </a:lnTo>
                <a:cubicBezTo>
                  <a:pt x="68298" y="4664075"/>
                  <a:pt x="0" y="4595777"/>
                  <a:pt x="0" y="451165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525" y="207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" y="2038350"/>
            <a:ext cx="5476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Elements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536825"/>
            <a:ext cx="5645150" cy="1606550"/>
          </a:xfrm>
          <a:custGeom>
            <a:avLst/>
            <a:gdLst/>
            <a:ahLst/>
            <a:cxnLst/>
            <a:rect l="l" t="t" r="r" b="b"/>
            <a:pathLst>
              <a:path w="5645150" h="1606550">
                <a:moveTo>
                  <a:pt x="114306" y="0"/>
                </a:moveTo>
                <a:lnTo>
                  <a:pt x="5530844" y="0"/>
                </a:lnTo>
                <a:cubicBezTo>
                  <a:pt x="5593973" y="0"/>
                  <a:pt x="5645150" y="51177"/>
                  <a:pt x="5645150" y="114306"/>
                </a:cubicBezTo>
                <a:lnTo>
                  <a:pt x="5645150" y="1492244"/>
                </a:lnTo>
                <a:cubicBezTo>
                  <a:pt x="5645150" y="1555373"/>
                  <a:pt x="5593973" y="1606550"/>
                  <a:pt x="5530844" y="1606550"/>
                </a:cubicBezTo>
                <a:lnTo>
                  <a:pt x="114306" y="1606550"/>
                </a:lnTo>
                <a:cubicBezTo>
                  <a:pt x="51177" y="1606550"/>
                  <a:pt x="0" y="1555373"/>
                  <a:pt x="0" y="14922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2800" y="2730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6150" y="2863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422400" y="2730503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Website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22400" y="3073403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website is your 24/7 sales representative. It must be mobile-responsive, fast-loading, and visually appealing.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22400" y="3683003"/>
            <a:ext cx="1123950" cy="266700"/>
          </a:xfrm>
          <a:custGeom>
            <a:avLst/>
            <a:gdLst/>
            <a:ahLst/>
            <a:cxnLst/>
            <a:rect l="l" t="t" r="r" b="b"/>
            <a:pathLst>
              <a:path w="1123950" h="266700">
                <a:moveTo>
                  <a:pt x="133350" y="0"/>
                </a:moveTo>
                <a:lnTo>
                  <a:pt x="990600" y="0"/>
                </a:lnTo>
                <a:cubicBezTo>
                  <a:pt x="1064198" y="0"/>
                  <a:pt x="1123950" y="59752"/>
                  <a:pt x="1123950" y="133350"/>
                </a:cubicBezTo>
                <a:lnTo>
                  <a:pt x="1123950" y="133350"/>
                </a:lnTo>
                <a:cubicBezTo>
                  <a:pt x="1123950" y="206948"/>
                  <a:pt x="1064198" y="266700"/>
                  <a:pt x="990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3683003"/>
            <a:ext cx="1190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Mobile-friendly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23542" y="3683003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23542" y="3683003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loading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12257" y="3683003"/>
            <a:ext cx="1152525" cy="266700"/>
          </a:xfrm>
          <a:custGeom>
            <a:avLst/>
            <a:gdLst/>
            <a:ahLst/>
            <a:cxnLst/>
            <a:rect l="l" t="t" r="r" b="b"/>
            <a:pathLst>
              <a:path w="1152525" h="266700">
                <a:moveTo>
                  <a:pt x="133350" y="0"/>
                </a:moveTo>
                <a:lnTo>
                  <a:pt x="1019175" y="0"/>
                </a:lnTo>
                <a:cubicBezTo>
                  <a:pt x="1092773" y="0"/>
                  <a:pt x="1152525" y="59752"/>
                  <a:pt x="1152525" y="133350"/>
                </a:cubicBezTo>
                <a:lnTo>
                  <a:pt x="1152525" y="133350"/>
                </a:lnTo>
                <a:cubicBezTo>
                  <a:pt x="1152525" y="206948"/>
                  <a:pt x="1092773" y="266700"/>
                  <a:pt x="1019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2257" y="3683003"/>
            <a:ext cx="1219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listings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" y="4302127"/>
            <a:ext cx="5645150" cy="1606550"/>
          </a:xfrm>
          <a:custGeom>
            <a:avLst/>
            <a:gdLst/>
            <a:ahLst/>
            <a:cxnLst/>
            <a:rect l="l" t="t" r="r" b="b"/>
            <a:pathLst>
              <a:path w="5645150" h="1606550">
                <a:moveTo>
                  <a:pt x="114306" y="0"/>
                </a:moveTo>
                <a:lnTo>
                  <a:pt x="5530844" y="0"/>
                </a:lnTo>
                <a:cubicBezTo>
                  <a:pt x="5593973" y="0"/>
                  <a:pt x="5645150" y="51177"/>
                  <a:pt x="5645150" y="114306"/>
                </a:cubicBezTo>
                <a:lnTo>
                  <a:pt x="5645150" y="1492244"/>
                </a:lnTo>
                <a:cubicBezTo>
                  <a:pt x="5645150" y="1555373"/>
                  <a:pt x="5593973" y="1606550"/>
                  <a:pt x="5530844" y="1606550"/>
                </a:cubicBezTo>
                <a:lnTo>
                  <a:pt x="114306" y="1606550"/>
                </a:lnTo>
                <a:cubicBezTo>
                  <a:pt x="51177" y="1606550"/>
                  <a:pt x="0" y="1555373"/>
                  <a:pt x="0" y="14922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800" y="4495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9963" y="4629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1422400" y="44958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Capture Forms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22400" y="48387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forms that convert visitors into leads by offering value in exchange for contact information.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22400" y="5448300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22400" y="5448300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fields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61320" y="54483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461320" y="5448300"/>
            <a:ext cx="8667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CTA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41489" y="5448300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41489" y="5448300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exchange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07796" y="565150"/>
            <a:ext cx="4997450" cy="3349625"/>
          </a:xfrm>
          <a:custGeom>
            <a:avLst/>
            <a:gdLst/>
            <a:ahLst/>
            <a:cxnLst/>
            <a:rect l="l" t="t" r="r" b="b"/>
            <a:pathLst>
              <a:path w="4997450" h="3349625">
                <a:moveTo>
                  <a:pt x="152408" y="0"/>
                </a:moveTo>
                <a:lnTo>
                  <a:pt x="4845042" y="0"/>
                </a:lnTo>
                <a:cubicBezTo>
                  <a:pt x="4929215" y="0"/>
                  <a:pt x="4997450" y="68235"/>
                  <a:pt x="4997450" y="152408"/>
                </a:cubicBezTo>
                <a:lnTo>
                  <a:pt x="4997450" y="3197217"/>
                </a:lnTo>
                <a:cubicBezTo>
                  <a:pt x="4997450" y="3281390"/>
                  <a:pt x="4929215" y="3349625"/>
                  <a:pt x="4845042" y="3349625"/>
                </a:cubicBezTo>
                <a:lnTo>
                  <a:pt x="152408" y="3349625"/>
                </a:lnTo>
                <a:cubicBezTo>
                  <a:pt x="68235" y="3349625"/>
                  <a:pt x="0" y="3281390"/>
                  <a:pt x="0" y="3197217"/>
                </a:cubicBezTo>
                <a:lnTo>
                  <a:pt x="0" y="152408"/>
                </a:lnTo>
                <a:cubicBezTo>
                  <a:pt x="0" y="68235"/>
                  <a:pt x="68235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5176" y="8731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7058620" y="1311278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CTA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18945" y="1847853"/>
            <a:ext cx="4378325" cy="1758950"/>
          </a:xfrm>
          <a:custGeom>
            <a:avLst/>
            <a:gdLst/>
            <a:ahLst/>
            <a:cxnLst/>
            <a:rect l="l" t="t" r="r" b="b"/>
            <a:pathLst>
              <a:path w="4378325" h="1758950">
                <a:moveTo>
                  <a:pt x="114297" y="0"/>
                </a:moveTo>
                <a:lnTo>
                  <a:pt x="4264028" y="0"/>
                </a:lnTo>
                <a:cubicBezTo>
                  <a:pt x="4327153" y="0"/>
                  <a:pt x="4378325" y="51172"/>
                  <a:pt x="4378325" y="114297"/>
                </a:cubicBezTo>
                <a:lnTo>
                  <a:pt x="4378325" y="1644653"/>
                </a:lnTo>
                <a:cubicBezTo>
                  <a:pt x="4378325" y="1707778"/>
                  <a:pt x="4327153" y="1758950"/>
                  <a:pt x="42640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3096" y="2079627"/>
            <a:ext cx="401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"Get Property Listings in Your Area"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53896" y="2501902"/>
            <a:ext cx="3911600" cy="377825"/>
          </a:xfrm>
          <a:custGeom>
            <a:avLst/>
            <a:gdLst/>
            <a:ahLst/>
            <a:cxnLst/>
            <a:rect l="l" t="t" r="r" b="b"/>
            <a:pathLst>
              <a:path w="3911600" h="377825">
                <a:moveTo>
                  <a:pt x="76200" y="0"/>
                </a:moveTo>
                <a:lnTo>
                  <a:pt x="3835400" y="0"/>
                </a:lnTo>
                <a:cubicBezTo>
                  <a:pt x="3877484" y="0"/>
                  <a:pt x="3911600" y="34116"/>
                  <a:pt x="3911600" y="76200"/>
                </a:cubicBezTo>
                <a:lnTo>
                  <a:pt x="3911600" y="301625"/>
                </a:lnTo>
                <a:cubicBezTo>
                  <a:pt x="3911600" y="343709"/>
                  <a:pt x="3877484" y="377825"/>
                  <a:pt x="3835400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09471" y="2593977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your email address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50721" y="2994027"/>
            <a:ext cx="3914775" cy="381000"/>
          </a:xfrm>
          <a:custGeom>
            <a:avLst/>
            <a:gdLst/>
            <a:ahLst/>
            <a:cxnLst/>
            <a:rect l="l" t="t" r="r" b="b"/>
            <a:pathLst>
              <a:path w="3914775" h="381000">
                <a:moveTo>
                  <a:pt x="76200" y="0"/>
                </a:moveTo>
                <a:lnTo>
                  <a:pt x="3838575" y="0"/>
                </a:lnTo>
                <a:cubicBezTo>
                  <a:pt x="3880631" y="0"/>
                  <a:pt x="3914775" y="34144"/>
                  <a:pt x="3914775" y="76200"/>
                </a:cubicBezTo>
                <a:lnTo>
                  <a:pt x="3914775" y="304800"/>
                </a:lnTo>
                <a:cubicBezTo>
                  <a:pt x="3914775" y="346856"/>
                  <a:pt x="3880631" y="381000"/>
                  <a:pt x="38385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317383" y="2994027"/>
            <a:ext cx="398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Listings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07796" y="4152903"/>
            <a:ext cx="4997450" cy="2139950"/>
          </a:xfrm>
          <a:custGeom>
            <a:avLst/>
            <a:gdLst/>
            <a:ahLst/>
            <a:cxnLst/>
            <a:rect l="l" t="t" r="r" b="b"/>
            <a:pathLst>
              <a:path w="4997450" h="2139950">
                <a:moveTo>
                  <a:pt x="114295" y="0"/>
                </a:moveTo>
                <a:lnTo>
                  <a:pt x="4883155" y="0"/>
                </a:lnTo>
                <a:cubicBezTo>
                  <a:pt x="4946279" y="0"/>
                  <a:pt x="4997450" y="51171"/>
                  <a:pt x="4997450" y="114295"/>
                </a:cubicBezTo>
                <a:lnTo>
                  <a:pt x="4997450" y="2025655"/>
                </a:lnTo>
                <a:cubicBezTo>
                  <a:pt x="4997450" y="2088779"/>
                  <a:pt x="4946279" y="2139950"/>
                  <a:pt x="4883155" y="2139950"/>
                </a:cubicBezTo>
                <a:lnTo>
                  <a:pt x="114295" y="2139950"/>
                </a:lnTo>
                <a:cubicBezTo>
                  <a:pt x="51171" y="2139950"/>
                  <a:pt x="0" y="2088779"/>
                  <a:pt x="0" y="2025655"/>
                </a:cubicBezTo>
                <a:lnTo>
                  <a:pt x="0" y="114295"/>
                </a:lnTo>
                <a:cubicBezTo>
                  <a:pt x="0" y="51171"/>
                  <a:pt x="51171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2667" y="443230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258645" y="4384677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68145" y="48418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7344370" y="4803777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forms short (3-4 fields max)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068145" y="51847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7344370" y="5146677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immediate value (e-book, listings)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068145" y="55276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7344370" y="5489577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compelling headlines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068145" y="587057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7344370" y="5832477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trust signals (testimonials, stats)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847" y="464460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101956" y="0"/>
                </a:moveTo>
                <a:lnTo>
                  <a:pt x="373829" y="0"/>
                </a:lnTo>
                <a:cubicBezTo>
                  <a:pt x="430138" y="0"/>
                  <a:pt x="475785" y="45647"/>
                  <a:pt x="475785" y="101956"/>
                </a:cubicBezTo>
                <a:lnTo>
                  <a:pt x="475785" y="373829"/>
                </a:lnTo>
                <a:cubicBezTo>
                  <a:pt x="475785" y="430138"/>
                  <a:pt x="430138" y="475785"/>
                  <a:pt x="373829" y="475785"/>
                </a:cubicBezTo>
                <a:lnTo>
                  <a:pt x="101956" y="475785"/>
                </a:lnTo>
                <a:cubicBezTo>
                  <a:pt x="45647" y="475785"/>
                  <a:pt x="0" y="430138"/>
                  <a:pt x="0" y="373829"/>
                </a:cubicBezTo>
                <a:lnTo>
                  <a:pt x="0" y="101956"/>
                </a:lnTo>
                <a:cubicBezTo>
                  <a:pt x="0" y="45685"/>
                  <a:pt x="45685" y="0"/>
                  <a:pt x="101956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9767" y="566414"/>
            <a:ext cx="339847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4403" y="342679"/>
            <a:ext cx="872273" cy="311526"/>
          </a:xfrm>
          <a:custGeom>
            <a:avLst/>
            <a:gdLst/>
            <a:ahLst/>
            <a:cxnLst/>
            <a:rect l="l" t="t" r="r" b="b"/>
            <a:pathLst>
              <a:path w="872273" h="311526">
                <a:moveTo>
                  <a:pt x="155763" y="0"/>
                </a:moveTo>
                <a:lnTo>
                  <a:pt x="716510" y="0"/>
                </a:lnTo>
                <a:cubicBezTo>
                  <a:pt x="802478" y="0"/>
                  <a:pt x="872273" y="69795"/>
                  <a:pt x="872273" y="155763"/>
                </a:cubicBezTo>
                <a:lnTo>
                  <a:pt x="872273" y="155763"/>
                </a:lnTo>
                <a:cubicBezTo>
                  <a:pt x="872273" y="241731"/>
                  <a:pt x="802478" y="311526"/>
                  <a:pt x="716510" y="311526"/>
                </a:cubicBezTo>
                <a:lnTo>
                  <a:pt x="155763" y="311526"/>
                </a:lnTo>
                <a:cubicBezTo>
                  <a:pt x="69795" y="311526"/>
                  <a:pt x="0" y="241731"/>
                  <a:pt x="0" y="155763"/>
                </a:cubicBezTo>
                <a:lnTo>
                  <a:pt x="0" y="155763"/>
                </a:lnTo>
                <a:cubicBezTo>
                  <a:pt x="0" y="69795"/>
                  <a:pt x="69795" y="0"/>
                  <a:pt x="15576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3174" y="436138"/>
            <a:ext cx="655886" cy="130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b="1" spc="47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1571" y="725008"/>
            <a:ext cx="3024636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 Marketing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1571" y="1166808"/>
            <a:ext cx="1098554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Direct, personal communication that converts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679" y="2116610"/>
            <a:ext cx="4890960" cy="2078729"/>
          </a:xfrm>
          <a:custGeom>
            <a:avLst/>
            <a:gdLst/>
            <a:ahLst/>
            <a:cxnLst/>
            <a:rect l="l" t="t" r="r" b="b"/>
            <a:pathLst>
              <a:path w="4890960" h="2078729">
                <a:moveTo>
                  <a:pt x="135949" y="0"/>
                </a:moveTo>
                <a:lnTo>
                  <a:pt x="4755011" y="0"/>
                </a:lnTo>
                <a:cubicBezTo>
                  <a:pt x="4830094" y="0"/>
                  <a:pt x="4890960" y="60866"/>
                  <a:pt x="4890960" y="135949"/>
                </a:cubicBezTo>
                <a:lnTo>
                  <a:pt x="4890960" y="1942780"/>
                </a:lnTo>
                <a:cubicBezTo>
                  <a:pt x="4890960" y="2017863"/>
                  <a:pt x="4830094" y="2078729"/>
                  <a:pt x="4755011" y="2078729"/>
                </a:cubicBezTo>
                <a:lnTo>
                  <a:pt x="135949" y="2078729"/>
                </a:lnTo>
                <a:cubicBezTo>
                  <a:pt x="60866" y="2078729"/>
                  <a:pt x="0" y="2017863"/>
                  <a:pt x="0" y="1942780"/>
                </a:cubicBezTo>
                <a:lnTo>
                  <a:pt x="0" y="135949"/>
                </a:lnTo>
                <a:cubicBezTo>
                  <a:pt x="0" y="60917"/>
                  <a:pt x="60917" y="0"/>
                  <a:pt x="13594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D366">
                  <a:alpha val="20000"/>
                </a:srgbClr>
              </a:gs>
              <a:gs pos="100000">
                <a:srgbClr val="25D366">
                  <a:alpha val="5000"/>
                </a:srgbClr>
              </a:gs>
            </a:gsLst>
            <a:lin ang="2700000" scaled="1"/>
          </a:gradFill>
          <a:ln w="8467">
            <a:solidFill>
              <a:srgbClr val="25D366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388" y="2425303"/>
            <a:ext cx="543755" cy="543755"/>
          </a:xfrm>
          <a:custGeom>
            <a:avLst/>
            <a:gdLst/>
            <a:ahLst/>
            <a:cxnLst/>
            <a:rect l="l" t="t" r="r" b="b"/>
            <a:pathLst>
              <a:path w="543755" h="543755">
                <a:moveTo>
                  <a:pt x="101954" y="0"/>
                </a:moveTo>
                <a:lnTo>
                  <a:pt x="441801" y="0"/>
                </a:lnTo>
                <a:cubicBezTo>
                  <a:pt x="498108" y="0"/>
                  <a:pt x="543755" y="45646"/>
                  <a:pt x="543755" y="101954"/>
                </a:cubicBezTo>
                <a:lnTo>
                  <a:pt x="543755" y="441801"/>
                </a:lnTo>
                <a:cubicBezTo>
                  <a:pt x="543755" y="498108"/>
                  <a:pt x="498108" y="543755"/>
                  <a:pt x="441801" y="543755"/>
                </a:cubicBezTo>
                <a:lnTo>
                  <a:pt x="101954" y="543755"/>
                </a:lnTo>
                <a:cubicBezTo>
                  <a:pt x="45646" y="543755"/>
                  <a:pt x="0" y="498108"/>
                  <a:pt x="0" y="441801"/>
                </a:cubicBezTo>
                <a:lnTo>
                  <a:pt x="0" y="101954"/>
                </a:lnTo>
                <a:cubicBezTo>
                  <a:pt x="0" y="45684"/>
                  <a:pt x="45684" y="0"/>
                  <a:pt x="101954" y="0"/>
                </a:cubicBezTo>
                <a:close/>
              </a:path>
            </a:pathLst>
          </a:custGeom>
          <a:solidFill>
            <a:srgbClr val="25D366"/>
          </a:solidFill>
          <a:ln/>
        </p:spPr>
      </p:sp>
      <p:sp>
        <p:nvSpPr>
          <p:cNvPr id="10" name="Shape 8"/>
          <p:cNvSpPr/>
          <p:nvPr/>
        </p:nvSpPr>
        <p:spPr>
          <a:xfrm>
            <a:off x="779877" y="2569738"/>
            <a:ext cx="223024" cy="254885"/>
          </a:xfrm>
          <a:custGeom>
            <a:avLst/>
            <a:gdLst/>
            <a:ahLst/>
            <a:cxnLst/>
            <a:rect l="l" t="t" r="r" b="b"/>
            <a:pathLst>
              <a:path w="223024" h="254885">
                <a:moveTo>
                  <a:pt x="189621" y="48339"/>
                </a:moveTo>
                <a:cubicBezTo>
                  <a:pt x="168762" y="27430"/>
                  <a:pt x="140983" y="15930"/>
                  <a:pt x="111462" y="15930"/>
                </a:cubicBezTo>
                <a:cubicBezTo>
                  <a:pt x="50529" y="15930"/>
                  <a:pt x="946" y="65513"/>
                  <a:pt x="946" y="126447"/>
                </a:cubicBezTo>
                <a:cubicBezTo>
                  <a:pt x="946" y="145912"/>
                  <a:pt x="6024" y="164929"/>
                  <a:pt x="15681" y="181705"/>
                </a:cubicBezTo>
                <a:lnTo>
                  <a:pt x="0" y="238955"/>
                </a:lnTo>
                <a:lnTo>
                  <a:pt x="58594" y="223572"/>
                </a:lnTo>
                <a:cubicBezTo>
                  <a:pt x="74723" y="232383"/>
                  <a:pt x="92894" y="237013"/>
                  <a:pt x="111413" y="237013"/>
                </a:cubicBezTo>
                <a:lnTo>
                  <a:pt x="111462" y="237013"/>
                </a:lnTo>
                <a:cubicBezTo>
                  <a:pt x="172346" y="237013"/>
                  <a:pt x="223024" y="187430"/>
                  <a:pt x="223024" y="126497"/>
                </a:cubicBezTo>
                <a:cubicBezTo>
                  <a:pt x="223024" y="96976"/>
                  <a:pt x="210479" y="69247"/>
                  <a:pt x="189621" y="48339"/>
                </a:cubicBezTo>
                <a:close/>
                <a:moveTo>
                  <a:pt x="111462" y="218395"/>
                </a:moveTo>
                <a:cubicBezTo>
                  <a:pt x="94935" y="218395"/>
                  <a:pt x="78755" y="213964"/>
                  <a:pt x="64667" y="205601"/>
                </a:cubicBezTo>
                <a:lnTo>
                  <a:pt x="61332" y="203609"/>
                </a:lnTo>
                <a:lnTo>
                  <a:pt x="26584" y="212719"/>
                </a:lnTo>
                <a:lnTo>
                  <a:pt x="35843" y="178818"/>
                </a:lnTo>
                <a:lnTo>
                  <a:pt x="33653" y="175333"/>
                </a:lnTo>
                <a:cubicBezTo>
                  <a:pt x="24443" y="160697"/>
                  <a:pt x="19614" y="143821"/>
                  <a:pt x="19614" y="126447"/>
                </a:cubicBezTo>
                <a:cubicBezTo>
                  <a:pt x="19614" y="75818"/>
                  <a:pt x="60834" y="34599"/>
                  <a:pt x="111512" y="34599"/>
                </a:cubicBezTo>
                <a:cubicBezTo>
                  <a:pt x="136055" y="34599"/>
                  <a:pt x="159104" y="44157"/>
                  <a:pt x="176428" y="61531"/>
                </a:cubicBezTo>
                <a:cubicBezTo>
                  <a:pt x="193752" y="78905"/>
                  <a:pt x="204406" y="101954"/>
                  <a:pt x="204356" y="126497"/>
                </a:cubicBezTo>
                <a:cubicBezTo>
                  <a:pt x="204356" y="177175"/>
                  <a:pt x="162091" y="218395"/>
                  <a:pt x="111462" y="218395"/>
                </a:cubicBezTo>
                <a:close/>
                <a:moveTo>
                  <a:pt x="161842" y="149596"/>
                </a:moveTo>
                <a:cubicBezTo>
                  <a:pt x="159104" y="148202"/>
                  <a:pt x="145513" y="141531"/>
                  <a:pt x="142975" y="140635"/>
                </a:cubicBezTo>
                <a:cubicBezTo>
                  <a:pt x="140436" y="139689"/>
                  <a:pt x="138594" y="139241"/>
                  <a:pt x="136752" y="142029"/>
                </a:cubicBezTo>
                <a:cubicBezTo>
                  <a:pt x="134910" y="144817"/>
                  <a:pt x="129633" y="150990"/>
                  <a:pt x="127990" y="152881"/>
                </a:cubicBezTo>
                <a:cubicBezTo>
                  <a:pt x="126397" y="154723"/>
                  <a:pt x="124754" y="154972"/>
                  <a:pt x="122016" y="153578"/>
                </a:cubicBezTo>
                <a:cubicBezTo>
                  <a:pt x="105787" y="145464"/>
                  <a:pt x="95134" y="139092"/>
                  <a:pt x="84431" y="120722"/>
                </a:cubicBezTo>
                <a:cubicBezTo>
                  <a:pt x="81593" y="115843"/>
                  <a:pt x="87268" y="116192"/>
                  <a:pt x="92545" y="105638"/>
                </a:cubicBezTo>
                <a:cubicBezTo>
                  <a:pt x="93441" y="103796"/>
                  <a:pt x="92993" y="102203"/>
                  <a:pt x="92296" y="100809"/>
                </a:cubicBezTo>
                <a:cubicBezTo>
                  <a:pt x="91599" y="99415"/>
                  <a:pt x="86073" y="85825"/>
                  <a:pt x="83783" y="80299"/>
                </a:cubicBezTo>
                <a:cubicBezTo>
                  <a:pt x="81543" y="74922"/>
                  <a:pt x="79253" y="75669"/>
                  <a:pt x="77561" y="75569"/>
                </a:cubicBezTo>
                <a:cubicBezTo>
                  <a:pt x="75968" y="75470"/>
                  <a:pt x="74126" y="75470"/>
                  <a:pt x="72284" y="75470"/>
                </a:cubicBezTo>
                <a:cubicBezTo>
                  <a:pt x="70442" y="75470"/>
                  <a:pt x="67455" y="76167"/>
                  <a:pt x="64916" y="78905"/>
                </a:cubicBezTo>
                <a:cubicBezTo>
                  <a:pt x="62377" y="81693"/>
                  <a:pt x="55258" y="88363"/>
                  <a:pt x="55258" y="101954"/>
                </a:cubicBezTo>
                <a:cubicBezTo>
                  <a:pt x="55258" y="115545"/>
                  <a:pt x="65165" y="128687"/>
                  <a:pt x="66509" y="130529"/>
                </a:cubicBezTo>
                <a:cubicBezTo>
                  <a:pt x="67903" y="132371"/>
                  <a:pt x="85974" y="160249"/>
                  <a:pt x="113703" y="172247"/>
                </a:cubicBezTo>
                <a:cubicBezTo>
                  <a:pt x="131226" y="179813"/>
                  <a:pt x="138096" y="180461"/>
                  <a:pt x="146858" y="179166"/>
                </a:cubicBezTo>
                <a:cubicBezTo>
                  <a:pt x="152184" y="178370"/>
                  <a:pt x="163186" y="172495"/>
                  <a:pt x="165476" y="166024"/>
                </a:cubicBezTo>
                <a:cubicBezTo>
                  <a:pt x="167766" y="159552"/>
                  <a:pt x="167766" y="154026"/>
                  <a:pt x="167069" y="152881"/>
                </a:cubicBezTo>
                <a:cubicBezTo>
                  <a:pt x="166422" y="151637"/>
                  <a:pt x="164580" y="150940"/>
                  <a:pt x="161842" y="1495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7082" y="2391318"/>
            <a:ext cx="2820728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Very Powerful in Nigeria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7082" y="2731165"/>
            <a:ext cx="331351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🇳🇬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92500" y="2748157"/>
            <a:ext cx="129991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adoption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388" y="3172966"/>
            <a:ext cx="4418007" cy="7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is the most popular messaging app in Nigeria, with over 90% smartphone penetration. It offers direct, instant communication with potential clients.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679" y="4402785"/>
            <a:ext cx="4890960" cy="1942790"/>
          </a:xfrm>
          <a:custGeom>
            <a:avLst/>
            <a:gdLst/>
            <a:ahLst/>
            <a:cxnLst/>
            <a:rect l="l" t="t" r="r" b="b"/>
            <a:pathLst>
              <a:path w="4890960" h="1942790">
                <a:moveTo>
                  <a:pt x="101958" y="0"/>
                </a:moveTo>
                <a:lnTo>
                  <a:pt x="4789003" y="0"/>
                </a:lnTo>
                <a:cubicBezTo>
                  <a:pt x="4845312" y="0"/>
                  <a:pt x="4890960" y="45648"/>
                  <a:pt x="4890960" y="101958"/>
                </a:cubicBezTo>
                <a:lnTo>
                  <a:pt x="4890960" y="1840833"/>
                </a:lnTo>
                <a:cubicBezTo>
                  <a:pt x="4890960" y="1897142"/>
                  <a:pt x="4845312" y="1942790"/>
                  <a:pt x="4789003" y="1942790"/>
                </a:cubicBezTo>
                <a:lnTo>
                  <a:pt x="101958" y="1942790"/>
                </a:lnTo>
                <a:cubicBezTo>
                  <a:pt x="45648" y="1942790"/>
                  <a:pt x="0" y="1897142"/>
                  <a:pt x="0" y="1840833"/>
                </a:cubicBezTo>
                <a:lnTo>
                  <a:pt x="0" y="101958"/>
                </a:lnTo>
                <a:cubicBezTo>
                  <a:pt x="0" y="45686"/>
                  <a:pt x="45686" y="0"/>
                  <a:pt x="101958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659" y="4652008"/>
            <a:ext cx="152931" cy="152931"/>
          </a:xfrm>
          <a:custGeom>
            <a:avLst/>
            <a:gdLst/>
            <a:ahLst/>
            <a:cxnLst/>
            <a:rect l="l" t="t" r="r" b="b"/>
            <a:pathLst>
              <a:path w="152931" h="152931">
                <a:moveTo>
                  <a:pt x="9558" y="9558"/>
                </a:moveTo>
                <a:cubicBezTo>
                  <a:pt x="14845" y="9558"/>
                  <a:pt x="19116" y="13830"/>
                  <a:pt x="19116" y="19116"/>
                </a:cubicBezTo>
                <a:lnTo>
                  <a:pt x="19116" y="119477"/>
                </a:lnTo>
                <a:cubicBezTo>
                  <a:pt x="19116" y="122106"/>
                  <a:pt x="21267" y="124256"/>
                  <a:pt x="23895" y="124256"/>
                </a:cubicBezTo>
                <a:lnTo>
                  <a:pt x="143373" y="124256"/>
                </a:lnTo>
                <a:cubicBezTo>
                  <a:pt x="148660" y="124256"/>
                  <a:pt x="152931" y="128528"/>
                  <a:pt x="152931" y="133815"/>
                </a:cubicBezTo>
                <a:cubicBezTo>
                  <a:pt x="152931" y="139102"/>
                  <a:pt x="148660" y="143373"/>
                  <a:pt x="143373" y="143373"/>
                </a:cubicBezTo>
                <a:lnTo>
                  <a:pt x="23895" y="143373"/>
                </a:lnTo>
                <a:cubicBezTo>
                  <a:pt x="10693" y="143373"/>
                  <a:pt x="0" y="132680"/>
                  <a:pt x="0" y="119477"/>
                </a:cubicBezTo>
                <a:lnTo>
                  <a:pt x="0" y="19116"/>
                </a:lnTo>
                <a:cubicBezTo>
                  <a:pt x="0" y="13830"/>
                  <a:pt x="4271" y="9558"/>
                  <a:pt x="9558" y="9558"/>
                </a:cubicBezTo>
                <a:close/>
                <a:moveTo>
                  <a:pt x="38233" y="28675"/>
                </a:moveTo>
                <a:cubicBezTo>
                  <a:pt x="38233" y="23388"/>
                  <a:pt x="42504" y="19116"/>
                  <a:pt x="47791" y="19116"/>
                </a:cubicBezTo>
                <a:lnTo>
                  <a:pt x="105140" y="19116"/>
                </a:lnTo>
                <a:cubicBezTo>
                  <a:pt x="110427" y="19116"/>
                  <a:pt x="114698" y="23388"/>
                  <a:pt x="114698" y="28675"/>
                </a:cubicBezTo>
                <a:cubicBezTo>
                  <a:pt x="114698" y="33961"/>
                  <a:pt x="110427" y="38233"/>
                  <a:pt x="105140" y="38233"/>
                </a:cubicBezTo>
                <a:lnTo>
                  <a:pt x="47791" y="38233"/>
                </a:lnTo>
                <a:cubicBezTo>
                  <a:pt x="42504" y="38233"/>
                  <a:pt x="38233" y="33961"/>
                  <a:pt x="38233" y="28675"/>
                </a:cubicBezTo>
                <a:close/>
                <a:moveTo>
                  <a:pt x="47791" y="52570"/>
                </a:moveTo>
                <a:lnTo>
                  <a:pt x="86024" y="52570"/>
                </a:lnTo>
                <a:cubicBezTo>
                  <a:pt x="91311" y="52570"/>
                  <a:pt x="95582" y="56841"/>
                  <a:pt x="95582" y="62128"/>
                </a:cubicBezTo>
                <a:cubicBezTo>
                  <a:pt x="95582" y="67415"/>
                  <a:pt x="91311" y="71686"/>
                  <a:pt x="86024" y="71686"/>
                </a:cubicBezTo>
                <a:lnTo>
                  <a:pt x="47791" y="71686"/>
                </a:lnTo>
                <a:cubicBezTo>
                  <a:pt x="42504" y="71686"/>
                  <a:pt x="38233" y="67415"/>
                  <a:pt x="38233" y="62128"/>
                </a:cubicBezTo>
                <a:cubicBezTo>
                  <a:pt x="38233" y="56841"/>
                  <a:pt x="42504" y="52570"/>
                  <a:pt x="47791" y="52570"/>
                </a:cubicBezTo>
                <a:close/>
                <a:moveTo>
                  <a:pt x="47791" y="86024"/>
                </a:moveTo>
                <a:lnTo>
                  <a:pt x="124256" y="86024"/>
                </a:lnTo>
                <a:cubicBezTo>
                  <a:pt x="129543" y="86024"/>
                  <a:pt x="133815" y="90295"/>
                  <a:pt x="133815" y="95582"/>
                </a:cubicBezTo>
                <a:cubicBezTo>
                  <a:pt x="133815" y="100869"/>
                  <a:pt x="129543" y="105140"/>
                  <a:pt x="124256" y="105140"/>
                </a:cubicBezTo>
                <a:lnTo>
                  <a:pt x="47791" y="105140"/>
                </a:lnTo>
                <a:cubicBezTo>
                  <a:pt x="42504" y="105140"/>
                  <a:pt x="38233" y="100869"/>
                  <a:pt x="38233" y="95582"/>
                </a:cubicBezTo>
                <a:cubicBezTo>
                  <a:pt x="38233" y="90295"/>
                  <a:pt x="42504" y="86024"/>
                  <a:pt x="47791" y="8602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44831" y="4609528"/>
            <a:ext cx="4358534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5698" y="4983359"/>
            <a:ext cx="2302461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7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682" y="5323206"/>
            <a:ext cx="2234492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7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93558" y="4983359"/>
            <a:ext cx="2302461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7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27542" y="5323206"/>
            <a:ext cx="2234492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7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5698" y="5629068"/>
            <a:ext cx="2302461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7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9682" y="5968914"/>
            <a:ext cx="2234492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7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93558" y="5629068"/>
            <a:ext cx="2302461" cy="30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7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27542" y="5968914"/>
            <a:ext cx="2234492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7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45512" y="1611441"/>
            <a:ext cx="6403278" cy="5239303"/>
          </a:xfrm>
          <a:custGeom>
            <a:avLst/>
            <a:gdLst/>
            <a:ahLst/>
            <a:cxnLst/>
            <a:rect l="l" t="t" r="r" b="b"/>
            <a:pathLst>
              <a:path w="6403278" h="5239303">
                <a:moveTo>
                  <a:pt x="135960" y="0"/>
                </a:moveTo>
                <a:lnTo>
                  <a:pt x="6267318" y="0"/>
                </a:lnTo>
                <a:cubicBezTo>
                  <a:pt x="6342407" y="0"/>
                  <a:pt x="6403278" y="60871"/>
                  <a:pt x="6403278" y="135960"/>
                </a:cubicBezTo>
                <a:lnTo>
                  <a:pt x="6403278" y="5103343"/>
                </a:lnTo>
                <a:cubicBezTo>
                  <a:pt x="6403278" y="5178432"/>
                  <a:pt x="6342407" y="5239303"/>
                  <a:pt x="6267318" y="5239303"/>
                </a:cubicBezTo>
                <a:lnTo>
                  <a:pt x="135960" y="5239303"/>
                </a:lnTo>
                <a:cubicBezTo>
                  <a:pt x="60871" y="5239303"/>
                  <a:pt x="0" y="5178432"/>
                  <a:pt x="0" y="5103343"/>
                </a:cubicBezTo>
                <a:lnTo>
                  <a:pt x="0" y="135960"/>
                </a:lnTo>
                <a:cubicBezTo>
                  <a:pt x="0" y="60922"/>
                  <a:pt x="60922" y="0"/>
                  <a:pt x="13596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4997" y="1852164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89250" y="38671"/>
                </a:moveTo>
                <a:lnTo>
                  <a:pt x="89250" y="58424"/>
                </a:lnTo>
                <a:lnTo>
                  <a:pt x="89449" y="58624"/>
                </a:lnTo>
                <a:cubicBezTo>
                  <a:pt x="92037" y="25807"/>
                  <a:pt x="119477" y="0"/>
                  <a:pt x="152971" y="0"/>
                </a:cubicBezTo>
                <a:cubicBezTo>
                  <a:pt x="160976" y="0"/>
                  <a:pt x="168662" y="1474"/>
                  <a:pt x="175711" y="4182"/>
                </a:cubicBezTo>
                <a:cubicBezTo>
                  <a:pt x="179694" y="5695"/>
                  <a:pt x="180411" y="10753"/>
                  <a:pt x="177424" y="13780"/>
                </a:cubicBezTo>
                <a:lnTo>
                  <a:pt x="142098" y="49105"/>
                </a:lnTo>
                <a:cubicBezTo>
                  <a:pt x="140904" y="50300"/>
                  <a:pt x="140227" y="51933"/>
                  <a:pt x="140227" y="53606"/>
                </a:cubicBezTo>
                <a:lnTo>
                  <a:pt x="140227" y="70093"/>
                </a:lnTo>
                <a:cubicBezTo>
                  <a:pt x="140227" y="73598"/>
                  <a:pt x="143094" y="76466"/>
                  <a:pt x="146599" y="76466"/>
                </a:cubicBezTo>
                <a:lnTo>
                  <a:pt x="163087" y="76466"/>
                </a:lnTo>
                <a:cubicBezTo>
                  <a:pt x="164759" y="76466"/>
                  <a:pt x="166392" y="75788"/>
                  <a:pt x="167587" y="74594"/>
                </a:cubicBezTo>
                <a:lnTo>
                  <a:pt x="202912" y="39268"/>
                </a:lnTo>
                <a:cubicBezTo>
                  <a:pt x="205939" y="36241"/>
                  <a:pt x="210997" y="36998"/>
                  <a:pt x="212510" y="40981"/>
                </a:cubicBezTo>
                <a:cubicBezTo>
                  <a:pt x="215219" y="48030"/>
                  <a:pt x="216692" y="55716"/>
                  <a:pt x="216692" y="63721"/>
                </a:cubicBezTo>
                <a:cubicBezTo>
                  <a:pt x="216692" y="87856"/>
                  <a:pt x="203271" y="108884"/>
                  <a:pt x="183438" y="119676"/>
                </a:cubicBezTo>
                <a:lnTo>
                  <a:pt x="215896" y="152134"/>
                </a:lnTo>
                <a:cubicBezTo>
                  <a:pt x="223343" y="159582"/>
                  <a:pt x="223343" y="171689"/>
                  <a:pt x="215896" y="179176"/>
                </a:cubicBezTo>
                <a:lnTo>
                  <a:pt x="191960" y="203111"/>
                </a:lnTo>
                <a:cubicBezTo>
                  <a:pt x="184513" y="210559"/>
                  <a:pt x="172406" y="210559"/>
                  <a:pt x="164919" y="203111"/>
                </a:cubicBezTo>
                <a:lnTo>
                  <a:pt x="114738" y="152931"/>
                </a:lnTo>
                <a:cubicBezTo>
                  <a:pt x="103826" y="142019"/>
                  <a:pt x="101357" y="125889"/>
                  <a:pt x="107370" y="112587"/>
                </a:cubicBezTo>
                <a:lnTo>
                  <a:pt x="71248" y="76466"/>
                </a:lnTo>
                <a:lnTo>
                  <a:pt x="51495" y="76466"/>
                </a:lnTo>
                <a:cubicBezTo>
                  <a:pt x="47233" y="76466"/>
                  <a:pt x="43251" y="74355"/>
                  <a:pt x="40901" y="70810"/>
                </a:cubicBezTo>
                <a:lnTo>
                  <a:pt x="9319" y="23457"/>
                </a:lnTo>
                <a:cubicBezTo>
                  <a:pt x="7647" y="20948"/>
                  <a:pt x="7965" y="17563"/>
                  <a:pt x="10116" y="15413"/>
                </a:cubicBezTo>
                <a:lnTo>
                  <a:pt x="28197" y="-2668"/>
                </a:lnTo>
                <a:cubicBezTo>
                  <a:pt x="30347" y="-4819"/>
                  <a:pt x="33693" y="-5138"/>
                  <a:pt x="36241" y="-3465"/>
                </a:cubicBezTo>
                <a:lnTo>
                  <a:pt x="83594" y="28077"/>
                </a:lnTo>
                <a:cubicBezTo>
                  <a:pt x="87139" y="30427"/>
                  <a:pt x="89250" y="34409"/>
                  <a:pt x="89250" y="38671"/>
                </a:cubicBezTo>
                <a:close/>
                <a:moveTo>
                  <a:pt x="85864" y="118123"/>
                </a:moveTo>
                <a:cubicBezTo>
                  <a:pt x="83355" y="132859"/>
                  <a:pt x="86820" y="148431"/>
                  <a:pt x="96378" y="160896"/>
                </a:cubicBezTo>
                <a:lnTo>
                  <a:pt x="58544" y="198691"/>
                </a:lnTo>
                <a:cubicBezTo>
                  <a:pt x="47353" y="209882"/>
                  <a:pt x="29192" y="209882"/>
                  <a:pt x="18001" y="198691"/>
                </a:cubicBezTo>
                <a:cubicBezTo>
                  <a:pt x="6810" y="187500"/>
                  <a:pt x="6810" y="169339"/>
                  <a:pt x="18001" y="158148"/>
                </a:cubicBezTo>
                <a:lnTo>
                  <a:pt x="71925" y="104224"/>
                </a:lnTo>
                <a:lnTo>
                  <a:pt x="85864" y="1181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907138" y="1818180"/>
            <a:ext cx="5836867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to Use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55085" y="2262813"/>
            <a:ext cx="5978470" cy="1365051"/>
          </a:xfrm>
          <a:custGeom>
            <a:avLst/>
            <a:gdLst/>
            <a:ahLst/>
            <a:cxnLst/>
            <a:rect l="l" t="t" r="r" b="b"/>
            <a:pathLst>
              <a:path w="5978470" h="1365051">
                <a:moveTo>
                  <a:pt x="101956" y="0"/>
                </a:moveTo>
                <a:lnTo>
                  <a:pt x="5876514" y="0"/>
                </a:lnTo>
                <a:cubicBezTo>
                  <a:pt x="5932823" y="0"/>
                  <a:pt x="5978470" y="45647"/>
                  <a:pt x="5978470" y="101956"/>
                </a:cubicBezTo>
                <a:lnTo>
                  <a:pt x="5978470" y="1263095"/>
                </a:lnTo>
                <a:cubicBezTo>
                  <a:pt x="5978470" y="1319404"/>
                  <a:pt x="5932823" y="1365051"/>
                  <a:pt x="5876514" y="1365051"/>
                </a:cubicBezTo>
                <a:lnTo>
                  <a:pt x="101956" y="1365051"/>
                </a:lnTo>
                <a:cubicBezTo>
                  <a:pt x="45647" y="1365051"/>
                  <a:pt x="0" y="1319404"/>
                  <a:pt x="0" y="1263095"/>
                </a:cubicBezTo>
                <a:lnTo>
                  <a:pt x="0" y="101956"/>
                </a:lnTo>
                <a:cubicBezTo>
                  <a:pt x="0" y="45647"/>
                  <a:pt x="45647" y="0"/>
                  <a:pt x="10195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7840" y="2435571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101956" y="0"/>
                </a:moveTo>
                <a:lnTo>
                  <a:pt x="373829" y="0"/>
                </a:lnTo>
                <a:cubicBezTo>
                  <a:pt x="430138" y="0"/>
                  <a:pt x="475785" y="45647"/>
                  <a:pt x="475785" y="101956"/>
                </a:cubicBezTo>
                <a:lnTo>
                  <a:pt x="475785" y="373829"/>
                </a:lnTo>
                <a:cubicBezTo>
                  <a:pt x="475785" y="430138"/>
                  <a:pt x="430138" y="475785"/>
                  <a:pt x="373829" y="475785"/>
                </a:cubicBezTo>
                <a:lnTo>
                  <a:pt x="101956" y="475785"/>
                </a:lnTo>
                <a:cubicBezTo>
                  <a:pt x="45647" y="475785"/>
                  <a:pt x="0" y="430138"/>
                  <a:pt x="0" y="373829"/>
                </a:cubicBezTo>
                <a:lnTo>
                  <a:pt x="0" y="101956"/>
                </a:lnTo>
                <a:cubicBezTo>
                  <a:pt x="0" y="45685"/>
                  <a:pt x="45685" y="0"/>
                  <a:pt x="10195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51034" y="2571509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35007" y="4580"/>
                </a:moveTo>
                <a:cubicBezTo>
                  <a:pt x="30507" y="1832"/>
                  <a:pt x="24612" y="3306"/>
                  <a:pt x="21864" y="7806"/>
                </a:cubicBezTo>
                <a:cubicBezTo>
                  <a:pt x="11988" y="24134"/>
                  <a:pt x="6332" y="43291"/>
                  <a:pt x="6332" y="63721"/>
                </a:cubicBezTo>
                <a:cubicBezTo>
                  <a:pt x="6332" y="84152"/>
                  <a:pt x="11988" y="103308"/>
                  <a:pt x="21864" y="119637"/>
                </a:cubicBezTo>
                <a:cubicBezTo>
                  <a:pt x="24612" y="124137"/>
                  <a:pt x="30467" y="125611"/>
                  <a:pt x="35007" y="122863"/>
                </a:cubicBezTo>
                <a:cubicBezTo>
                  <a:pt x="39547" y="120115"/>
                  <a:pt x="40981" y="114260"/>
                  <a:pt x="38233" y="109720"/>
                </a:cubicBezTo>
                <a:cubicBezTo>
                  <a:pt x="30148" y="96339"/>
                  <a:pt x="25489" y="80568"/>
                  <a:pt x="25489" y="63721"/>
                </a:cubicBezTo>
                <a:cubicBezTo>
                  <a:pt x="25489" y="46875"/>
                  <a:pt x="30148" y="31104"/>
                  <a:pt x="38273" y="17683"/>
                </a:cubicBezTo>
                <a:cubicBezTo>
                  <a:pt x="41021" y="13182"/>
                  <a:pt x="39547" y="7288"/>
                  <a:pt x="35047" y="4540"/>
                </a:cubicBezTo>
                <a:close/>
                <a:moveTo>
                  <a:pt x="194350" y="4580"/>
                </a:moveTo>
                <a:cubicBezTo>
                  <a:pt x="189850" y="7328"/>
                  <a:pt x="188376" y="13182"/>
                  <a:pt x="191124" y="17722"/>
                </a:cubicBezTo>
                <a:cubicBezTo>
                  <a:pt x="199248" y="31144"/>
                  <a:pt x="203908" y="46915"/>
                  <a:pt x="203908" y="63761"/>
                </a:cubicBezTo>
                <a:cubicBezTo>
                  <a:pt x="203908" y="80607"/>
                  <a:pt x="199248" y="96378"/>
                  <a:pt x="191124" y="109800"/>
                </a:cubicBezTo>
                <a:cubicBezTo>
                  <a:pt x="188376" y="114300"/>
                  <a:pt x="189850" y="120194"/>
                  <a:pt x="194350" y="122942"/>
                </a:cubicBezTo>
                <a:cubicBezTo>
                  <a:pt x="198850" y="125690"/>
                  <a:pt x="204744" y="124217"/>
                  <a:pt x="207492" y="119716"/>
                </a:cubicBezTo>
                <a:cubicBezTo>
                  <a:pt x="217369" y="103388"/>
                  <a:pt x="223024" y="84232"/>
                  <a:pt x="223024" y="63801"/>
                </a:cubicBezTo>
                <a:cubicBezTo>
                  <a:pt x="223024" y="43370"/>
                  <a:pt x="217369" y="24134"/>
                  <a:pt x="207492" y="7806"/>
                </a:cubicBezTo>
                <a:cubicBezTo>
                  <a:pt x="204744" y="3306"/>
                  <a:pt x="198890" y="1832"/>
                  <a:pt x="194350" y="4580"/>
                </a:cubicBezTo>
                <a:close/>
                <a:moveTo>
                  <a:pt x="127443" y="85785"/>
                </a:moveTo>
                <a:cubicBezTo>
                  <a:pt x="135049" y="81364"/>
                  <a:pt x="140187" y="73160"/>
                  <a:pt x="140187" y="63721"/>
                </a:cubicBezTo>
                <a:cubicBezTo>
                  <a:pt x="140187" y="49663"/>
                  <a:pt x="128757" y="38233"/>
                  <a:pt x="114698" y="38233"/>
                </a:cubicBezTo>
                <a:cubicBezTo>
                  <a:pt x="100640" y="38233"/>
                  <a:pt x="89210" y="49663"/>
                  <a:pt x="89210" y="63721"/>
                </a:cubicBezTo>
                <a:cubicBezTo>
                  <a:pt x="89210" y="73160"/>
                  <a:pt x="94347" y="81404"/>
                  <a:pt x="101954" y="85785"/>
                </a:cubicBezTo>
                <a:lnTo>
                  <a:pt x="101954" y="191164"/>
                </a:lnTo>
                <a:cubicBezTo>
                  <a:pt x="101954" y="198213"/>
                  <a:pt x="107649" y="203908"/>
                  <a:pt x="114698" y="203908"/>
                </a:cubicBezTo>
                <a:cubicBezTo>
                  <a:pt x="121747" y="203908"/>
                  <a:pt x="127443" y="198213"/>
                  <a:pt x="127443" y="191164"/>
                </a:cubicBezTo>
                <a:lnTo>
                  <a:pt x="127443" y="85785"/>
                </a:lnTo>
                <a:close/>
                <a:moveTo>
                  <a:pt x="71766" y="36241"/>
                </a:moveTo>
                <a:cubicBezTo>
                  <a:pt x="74634" y="31781"/>
                  <a:pt x="73319" y="25887"/>
                  <a:pt x="68899" y="23019"/>
                </a:cubicBezTo>
                <a:cubicBezTo>
                  <a:pt x="64478" y="20152"/>
                  <a:pt x="58544" y="21466"/>
                  <a:pt x="55676" y="25887"/>
                </a:cubicBezTo>
                <a:cubicBezTo>
                  <a:pt x="48667" y="36799"/>
                  <a:pt x="44605" y="49782"/>
                  <a:pt x="44605" y="63721"/>
                </a:cubicBezTo>
                <a:cubicBezTo>
                  <a:pt x="44605" y="77660"/>
                  <a:pt x="48667" y="90643"/>
                  <a:pt x="55676" y="101556"/>
                </a:cubicBezTo>
                <a:cubicBezTo>
                  <a:pt x="58544" y="106016"/>
                  <a:pt x="64438" y="107291"/>
                  <a:pt x="68899" y="104423"/>
                </a:cubicBezTo>
                <a:cubicBezTo>
                  <a:pt x="73359" y="101556"/>
                  <a:pt x="74634" y="95662"/>
                  <a:pt x="71766" y="91201"/>
                </a:cubicBezTo>
                <a:cubicBezTo>
                  <a:pt x="66668" y="83276"/>
                  <a:pt x="63721" y="73837"/>
                  <a:pt x="63721" y="63721"/>
                </a:cubicBezTo>
                <a:cubicBezTo>
                  <a:pt x="63721" y="53606"/>
                  <a:pt x="66668" y="44167"/>
                  <a:pt x="71766" y="36241"/>
                </a:cubicBezTo>
                <a:close/>
                <a:moveTo>
                  <a:pt x="173720" y="25887"/>
                </a:moveTo>
                <a:cubicBezTo>
                  <a:pt x="170853" y="21426"/>
                  <a:pt x="164958" y="20152"/>
                  <a:pt x="160498" y="23019"/>
                </a:cubicBezTo>
                <a:cubicBezTo>
                  <a:pt x="156037" y="25887"/>
                  <a:pt x="154763" y="31781"/>
                  <a:pt x="157630" y="36241"/>
                </a:cubicBezTo>
                <a:cubicBezTo>
                  <a:pt x="162728" y="44167"/>
                  <a:pt x="165675" y="53606"/>
                  <a:pt x="165675" y="63721"/>
                </a:cubicBezTo>
                <a:cubicBezTo>
                  <a:pt x="165675" y="73837"/>
                  <a:pt x="162728" y="83276"/>
                  <a:pt x="157630" y="91201"/>
                </a:cubicBezTo>
                <a:cubicBezTo>
                  <a:pt x="154763" y="95662"/>
                  <a:pt x="156077" y="101556"/>
                  <a:pt x="160498" y="104423"/>
                </a:cubicBezTo>
                <a:cubicBezTo>
                  <a:pt x="164919" y="107291"/>
                  <a:pt x="170853" y="105976"/>
                  <a:pt x="173720" y="101556"/>
                </a:cubicBezTo>
                <a:cubicBezTo>
                  <a:pt x="180729" y="90643"/>
                  <a:pt x="184792" y="77660"/>
                  <a:pt x="184792" y="63721"/>
                </a:cubicBezTo>
                <a:cubicBezTo>
                  <a:pt x="184792" y="49782"/>
                  <a:pt x="180729" y="36799"/>
                  <a:pt x="173720" y="258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439564" y="2435571"/>
            <a:ext cx="5106197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 Lists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39564" y="2741433"/>
            <a:ext cx="5089204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updates to multiple contacts at once while maintaining a personal feel. Perfect for new listings and market updates.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71424" y="3310676"/>
            <a:ext cx="89210" cy="118946"/>
          </a:xfrm>
          <a:custGeom>
            <a:avLst/>
            <a:gdLst/>
            <a:ahLst/>
            <a:cxnLst/>
            <a:rect l="l" t="t" r="r" b="b"/>
            <a:pathLst>
              <a:path w="89210" h="118946">
                <a:moveTo>
                  <a:pt x="68046" y="89210"/>
                </a:moveTo>
                <a:cubicBezTo>
                  <a:pt x="69742" y="84029"/>
                  <a:pt x="73133" y="79336"/>
                  <a:pt x="76967" y="75294"/>
                </a:cubicBezTo>
                <a:cubicBezTo>
                  <a:pt x="84563" y="67302"/>
                  <a:pt x="89210" y="56500"/>
                  <a:pt x="89210" y="44605"/>
                </a:cubicBezTo>
                <a:cubicBezTo>
                  <a:pt x="89210" y="19979"/>
                  <a:pt x="69230" y="0"/>
                  <a:pt x="44605" y="0"/>
                </a:cubicBezTo>
                <a:cubicBezTo>
                  <a:pt x="19979" y="0"/>
                  <a:pt x="0" y="19979"/>
                  <a:pt x="0" y="44605"/>
                </a:cubicBezTo>
                <a:cubicBezTo>
                  <a:pt x="0" y="56500"/>
                  <a:pt x="4646" y="67302"/>
                  <a:pt x="12243" y="75294"/>
                </a:cubicBezTo>
                <a:cubicBezTo>
                  <a:pt x="16076" y="79336"/>
                  <a:pt x="19491" y="84029"/>
                  <a:pt x="21164" y="89210"/>
                </a:cubicBezTo>
                <a:lnTo>
                  <a:pt x="68022" y="89210"/>
                </a:lnTo>
                <a:close/>
                <a:moveTo>
                  <a:pt x="66907" y="100361"/>
                </a:moveTo>
                <a:lnTo>
                  <a:pt x="22302" y="100361"/>
                </a:lnTo>
                <a:lnTo>
                  <a:pt x="22302" y="104078"/>
                </a:lnTo>
                <a:cubicBezTo>
                  <a:pt x="22302" y="114346"/>
                  <a:pt x="30619" y="122663"/>
                  <a:pt x="40888" y="122663"/>
                </a:cubicBezTo>
                <a:lnTo>
                  <a:pt x="48322" y="122663"/>
                </a:lnTo>
                <a:cubicBezTo>
                  <a:pt x="58590" y="122663"/>
                  <a:pt x="66907" y="114346"/>
                  <a:pt x="66907" y="104078"/>
                </a:cubicBezTo>
                <a:lnTo>
                  <a:pt x="66907" y="100361"/>
                </a:lnTo>
                <a:close/>
                <a:moveTo>
                  <a:pt x="42746" y="26020"/>
                </a:moveTo>
                <a:cubicBezTo>
                  <a:pt x="33500" y="26020"/>
                  <a:pt x="26020" y="33500"/>
                  <a:pt x="26020" y="42746"/>
                </a:cubicBezTo>
                <a:cubicBezTo>
                  <a:pt x="26020" y="45836"/>
                  <a:pt x="23534" y="48322"/>
                  <a:pt x="20444" y="48322"/>
                </a:cubicBezTo>
                <a:cubicBezTo>
                  <a:pt x="17354" y="48322"/>
                  <a:pt x="14868" y="45836"/>
                  <a:pt x="14868" y="42746"/>
                </a:cubicBezTo>
                <a:cubicBezTo>
                  <a:pt x="14868" y="27344"/>
                  <a:pt x="27344" y="14868"/>
                  <a:pt x="42746" y="14868"/>
                </a:cubicBezTo>
                <a:cubicBezTo>
                  <a:pt x="45836" y="14868"/>
                  <a:pt x="48322" y="17354"/>
                  <a:pt x="48322" y="20444"/>
                </a:cubicBezTo>
                <a:cubicBezTo>
                  <a:pt x="48322" y="23534"/>
                  <a:pt x="45836" y="26020"/>
                  <a:pt x="42746" y="260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656216" y="3285187"/>
            <a:ext cx="2676293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lists by interest (buyers, sellers, investors)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55085" y="3769468"/>
            <a:ext cx="5978470" cy="1365051"/>
          </a:xfrm>
          <a:custGeom>
            <a:avLst/>
            <a:gdLst/>
            <a:ahLst/>
            <a:cxnLst/>
            <a:rect l="l" t="t" r="r" b="b"/>
            <a:pathLst>
              <a:path w="5978470" h="1365051">
                <a:moveTo>
                  <a:pt x="101956" y="0"/>
                </a:moveTo>
                <a:lnTo>
                  <a:pt x="5876514" y="0"/>
                </a:lnTo>
                <a:cubicBezTo>
                  <a:pt x="5932823" y="0"/>
                  <a:pt x="5978470" y="45647"/>
                  <a:pt x="5978470" y="101956"/>
                </a:cubicBezTo>
                <a:lnTo>
                  <a:pt x="5978470" y="1263095"/>
                </a:lnTo>
                <a:cubicBezTo>
                  <a:pt x="5978470" y="1319404"/>
                  <a:pt x="5932823" y="1365051"/>
                  <a:pt x="5876514" y="1365051"/>
                </a:cubicBezTo>
                <a:lnTo>
                  <a:pt x="101956" y="1365051"/>
                </a:lnTo>
                <a:cubicBezTo>
                  <a:pt x="45647" y="1365051"/>
                  <a:pt x="0" y="1319404"/>
                  <a:pt x="0" y="1263095"/>
                </a:cubicBezTo>
                <a:lnTo>
                  <a:pt x="0" y="101956"/>
                </a:lnTo>
                <a:cubicBezTo>
                  <a:pt x="0" y="45647"/>
                  <a:pt x="45647" y="0"/>
                  <a:pt x="10195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7840" y="3942222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101956" y="0"/>
                </a:moveTo>
                <a:lnTo>
                  <a:pt x="373829" y="0"/>
                </a:lnTo>
                <a:cubicBezTo>
                  <a:pt x="430138" y="0"/>
                  <a:pt x="475785" y="45647"/>
                  <a:pt x="475785" y="101956"/>
                </a:cubicBezTo>
                <a:lnTo>
                  <a:pt x="475785" y="373829"/>
                </a:lnTo>
                <a:cubicBezTo>
                  <a:pt x="475785" y="430138"/>
                  <a:pt x="430138" y="475785"/>
                  <a:pt x="373829" y="475785"/>
                </a:cubicBezTo>
                <a:lnTo>
                  <a:pt x="101956" y="475785"/>
                </a:lnTo>
                <a:cubicBezTo>
                  <a:pt x="45647" y="475785"/>
                  <a:pt x="0" y="430138"/>
                  <a:pt x="0" y="373829"/>
                </a:cubicBezTo>
                <a:lnTo>
                  <a:pt x="0" y="101956"/>
                </a:lnTo>
                <a:cubicBezTo>
                  <a:pt x="0" y="45685"/>
                  <a:pt x="45685" y="0"/>
                  <a:pt x="10195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6523" y="4078160"/>
            <a:ext cx="178420" cy="203908"/>
          </a:xfrm>
          <a:custGeom>
            <a:avLst/>
            <a:gdLst/>
            <a:ahLst/>
            <a:cxnLst/>
            <a:rect l="l" t="t" r="r" b="b"/>
            <a:pathLst>
              <a:path w="178420" h="203908">
                <a:moveTo>
                  <a:pt x="134930" y="-3943"/>
                </a:moveTo>
                <a:cubicBezTo>
                  <a:pt x="139669" y="-518"/>
                  <a:pt x="141421" y="5695"/>
                  <a:pt x="139271" y="11111"/>
                </a:cubicBezTo>
                <a:lnTo>
                  <a:pt x="108047" y="89210"/>
                </a:lnTo>
                <a:lnTo>
                  <a:pt x="165675" y="89210"/>
                </a:lnTo>
                <a:cubicBezTo>
                  <a:pt x="171052" y="89210"/>
                  <a:pt x="175831" y="92555"/>
                  <a:pt x="177663" y="97613"/>
                </a:cubicBezTo>
                <a:cubicBezTo>
                  <a:pt x="179495" y="102671"/>
                  <a:pt x="177942" y="108326"/>
                  <a:pt x="173840" y="111751"/>
                </a:cubicBezTo>
                <a:lnTo>
                  <a:pt x="59141" y="207333"/>
                </a:lnTo>
                <a:cubicBezTo>
                  <a:pt x="54641" y="211077"/>
                  <a:pt x="48229" y="211276"/>
                  <a:pt x="43490" y="207851"/>
                </a:cubicBezTo>
                <a:cubicBezTo>
                  <a:pt x="38750" y="204426"/>
                  <a:pt x="36998" y="198213"/>
                  <a:pt x="39149" y="192797"/>
                </a:cubicBezTo>
                <a:lnTo>
                  <a:pt x="70372" y="114698"/>
                </a:lnTo>
                <a:lnTo>
                  <a:pt x="12744" y="114698"/>
                </a:lnTo>
                <a:cubicBezTo>
                  <a:pt x="7368" y="114698"/>
                  <a:pt x="2589" y="111353"/>
                  <a:pt x="757" y="106295"/>
                </a:cubicBezTo>
                <a:cubicBezTo>
                  <a:pt x="-1075" y="101237"/>
                  <a:pt x="478" y="95582"/>
                  <a:pt x="4580" y="92157"/>
                </a:cubicBezTo>
                <a:lnTo>
                  <a:pt x="119278" y="-3425"/>
                </a:lnTo>
                <a:cubicBezTo>
                  <a:pt x="123779" y="-7169"/>
                  <a:pt x="130190" y="-7368"/>
                  <a:pt x="134930" y="-394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439564" y="3942222"/>
            <a:ext cx="5106197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Replies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9564" y="4248084"/>
            <a:ext cx="5089204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time with pre-written responses for common questions about pricing, viewing schedules, and property details.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71424" y="4817327"/>
            <a:ext cx="89210" cy="118946"/>
          </a:xfrm>
          <a:custGeom>
            <a:avLst/>
            <a:gdLst/>
            <a:ahLst/>
            <a:cxnLst/>
            <a:rect l="l" t="t" r="r" b="b"/>
            <a:pathLst>
              <a:path w="89210" h="118946">
                <a:moveTo>
                  <a:pt x="68046" y="89210"/>
                </a:moveTo>
                <a:cubicBezTo>
                  <a:pt x="69742" y="84029"/>
                  <a:pt x="73133" y="79336"/>
                  <a:pt x="76967" y="75294"/>
                </a:cubicBezTo>
                <a:cubicBezTo>
                  <a:pt x="84563" y="67302"/>
                  <a:pt x="89210" y="56500"/>
                  <a:pt x="89210" y="44605"/>
                </a:cubicBezTo>
                <a:cubicBezTo>
                  <a:pt x="89210" y="19979"/>
                  <a:pt x="69230" y="0"/>
                  <a:pt x="44605" y="0"/>
                </a:cubicBezTo>
                <a:cubicBezTo>
                  <a:pt x="19979" y="0"/>
                  <a:pt x="0" y="19979"/>
                  <a:pt x="0" y="44605"/>
                </a:cubicBezTo>
                <a:cubicBezTo>
                  <a:pt x="0" y="56500"/>
                  <a:pt x="4646" y="67302"/>
                  <a:pt x="12243" y="75294"/>
                </a:cubicBezTo>
                <a:cubicBezTo>
                  <a:pt x="16076" y="79336"/>
                  <a:pt x="19491" y="84029"/>
                  <a:pt x="21164" y="89210"/>
                </a:cubicBezTo>
                <a:lnTo>
                  <a:pt x="68022" y="89210"/>
                </a:lnTo>
                <a:close/>
                <a:moveTo>
                  <a:pt x="66907" y="100361"/>
                </a:moveTo>
                <a:lnTo>
                  <a:pt x="22302" y="100361"/>
                </a:lnTo>
                <a:lnTo>
                  <a:pt x="22302" y="104078"/>
                </a:lnTo>
                <a:cubicBezTo>
                  <a:pt x="22302" y="114346"/>
                  <a:pt x="30619" y="122663"/>
                  <a:pt x="40888" y="122663"/>
                </a:cubicBezTo>
                <a:lnTo>
                  <a:pt x="48322" y="122663"/>
                </a:lnTo>
                <a:cubicBezTo>
                  <a:pt x="58590" y="122663"/>
                  <a:pt x="66907" y="114346"/>
                  <a:pt x="66907" y="104078"/>
                </a:cubicBezTo>
                <a:lnTo>
                  <a:pt x="66907" y="100361"/>
                </a:lnTo>
                <a:close/>
                <a:moveTo>
                  <a:pt x="42746" y="26020"/>
                </a:moveTo>
                <a:cubicBezTo>
                  <a:pt x="33500" y="26020"/>
                  <a:pt x="26020" y="33500"/>
                  <a:pt x="26020" y="42746"/>
                </a:cubicBezTo>
                <a:cubicBezTo>
                  <a:pt x="26020" y="45836"/>
                  <a:pt x="23534" y="48322"/>
                  <a:pt x="20444" y="48322"/>
                </a:cubicBezTo>
                <a:cubicBezTo>
                  <a:pt x="17354" y="48322"/>
                  <a:pt x="14868" y="45836"/>
                  <a:pt x="14868" y="42746"/>
                </a:cubicBezTo>
                <a:cubicBezTo>
                  <a:pt x="14868" y="27344"/>
                  <a:pt x="27344" y="14868"/>
                  <a:pt x="42746" y="14868"/>
                </a:cubicBezTo>
                <a:cubicBezTo>
                  <a:pt x="45836" y="14868"/>
                  <a:pt x="48322" y="17354"/>
                  <a:pt x="48322" y="20444"/>
                </a:cubicBezTo>
                <a:cubicBezTo>
                  <a:pt x="48322" y="23534"/>
                  <a:pt x="45836" y="26020"/>
                  <a:pt x="42746" y="260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656216" y="4791838"/>
            <a:ext cx="1410364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templates for FAQs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55085" y="5276123"/>
            <a:ext cx="5978470" cy="1365051"/>
          </a:xfrm>
          <a:custGeom>
            <a:avLst/>
            <a:gdLst/>
            <a:ahLst/>
            <a:cxnLst/>
            <a:rect l="l" t="t" r="r" b="b"/>
            <a:pathLst>
              <a:path w="5978470" h="1365051">
                <a:moveTo>
                  <a:pt x="101956" y="0"/>
                </a:moveTo>
                <a:lnTo>
                  <a:pt x="5876514" y="0"/>
                </a:lnTo>
                <a:cubicBezTo>
                  <a:pt x="5932823" y="0"/>
                  <a:pt x="5978470" y="45647"/>
                  <a:pt x="5978470" y="101956"/>
                </a:cubicBezTo>
                <a:lnTo>
                  <a:pt x="5978470" y="1263095"/>
                </a:lnTo>
                <a:cubicBezTo>
                  <a:pt x="5978470" y="1319404"/>
                  <a:pt x="5932823" y="1365051"/>
                  <a:pt x="5876514" y="1365051"/>
                </a:cubicBezTo>
                <a:lnTo>
                  <a:pt x="101956" y="1365051"/>
                </a:lnTo>
                <a:cubicBezTo>
                  <a:pt x="45647" y="1365051"/>
                  <a:pt x="0" y="1319404"/>
                  <a:pt x="0" y="1263095"/>
                </a:cubicBezTo>
                <a:lnTo>
                  <a:pt x="0" y="101956"/>
                </a:lnTo>
                <a:cubicBezTo>
                  <a:pt x="0" y="45647"/>
                  <a:pt x="45647" y="0"/>
                  <a:pt x="10195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27840" y="5448877"/>
            <a:ext cx="475785" cy="475785"/>
          </a:xfrm>
          <a:custGeom>
            <a:avLst/>
            <a:gdLst/>
            <a:ahLst/>
            <a:cxnLst/>
            <a:rect l="l" t="t" r="r" b="b"/>
            <a:pathLst>
              <a:path w="475785" h="475785">
                <a:moveTo>
                  <a:pt x="101956" y="0"/>
                </a:moveTo>
                <a:lnTo>
                  <a:pt x="373829" y="0"/>
                </a:lnTo>
                <a:cubicBezTo>
                  <a:pt x="430138" y="0"/>
                  <a:pt x="475785" y="45647"/>
                  <a:pt x="475785" y="101956"/>
                </a:cubicBezTo>
                <a:lnTo>
                  <a:pt x="475785" y="373829"/>
                </a:lnTo>
                <a:cubicBezTo>
                  <a:pt x="475785" y="430138"/>
                  <a:pt x="430138" y="475785"/>
                  <a:pt x="373829" y="475785"/>
                </a:cubicBezTo>
                <a:lnTo>
                  <a:pt x="101956" y="475785"/>
                </a:lnTo>
                <a:cubicBezTo>
                  <a:pt x="45647" y="475785"/>
                  <a:pt x="0" y="430138"/>
                  <a:pt x="0" y="373829"/>
                </a:cubicBezTo>
                <a:lnTo>
                  <a:pt x="0" y="101956"/>
                </a:lnTo>
                <a:cubicBezTo>
                  <a:pt x="0" y="45685"/>
                  <a:pt x="45685" y="0"/>
                  <a:pt x="10195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51034" y="5584815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38233" y="38233"/>
                </a:moveTo>
                <a:cubicBezTo>
                  <a:pt x="38233" y="24174"/>
                  <a:pt x="49663" y="12744"/>
                  <a:pt x="63721" y="12744"/>
                </a:cubicBezTo>
                <a:lnTo>
                  <a:pt x="191164" y="12744"/>
                </a:lnTo>
                <a:cubicBezTo>
                  <a:pt x="205222" y="12744"/>
                  <a:pt x="216652" y="24174"/>
                  <a:pt x="216652" y="38233"/>
                </a:cubicBezTo>
                <a:lnTo>
                  <a:pt x="216652" y="140187"/>
                </a:lnTo>
                <a:cubicBezTo>
                  <a:pt x="216652" y="154245"/>
                  <a:pt x="205222" y="165675"/>
                  <a:pt x="191164" y="165675"/>
                </a:cubicBezTo>
                <a:lnTo>
                  <a:pt x="63721" y="165675"/>
                </a:lnTo>
                <a:cubicBezTo>
                  <a:pt x="49663" y="165675"/>
                  <a:pt x="38233" y="154245"/>
                  <a:pt x="38233" y="140187"/>
                </a:cubicBezTo>
                <a:lnTo>
                  <a:pt x="38233" y="38233"/>
                </a:lnTo>
                <a:close/>
                <a:moveTo>
                  <a:pt x="9558" y="50977"/>
                </a:moveTo>
                <a:cubicBezTo>
                  <a:pt x="14855" y="50977"/>
                  <a:pt x="19116" y="55238"/>
                  <a:pt x="19116" y="60535"/>
                </a:cubicBezTo>
                <a:lnTo>
                  <a:pt x="19116" y="178420"/>
                </a:lnTo>
                <a:cubicBezTo>
                  <a:pt x="19116" y="181924"/>
                  <a:pt x="21984" y="184792"/>
                  <a:pt x="25489" y="184792"/>
                </a:cubicBezTo>
                <a:lnTo>
                  <a:pt x="168861" y="184792"/>
                </a:lnTo>
                <a:cubicBezTo>
                  <a:pt x="174158" y="184792"/>
                  <a:pt x="178420" y="189053"/>
                  <a:pt x="178420" y="194350"/>
                </a:cubicBezTo>
                <a:cubicBezTo>
                  <a:pt x="178420" y="199647"/>
                  <a:pt x="174158" y="203908"/>
                  <a:pt x="168861" y="203908"/>
                </a:cubicBezTo>
                <a:lnTo>
                  <a:pt x="25489" y="203908"/>
                </a:lnTo>
                <a:cubicBezTo>
                  <a:pt x="11430" y="203908"/>
                  <a:pt x="0" y="192478"/>
                  <a:pt x="0" y="178420"/>
                </a:cubicBezTo>
                <a:lnTo>
                  <a:pt x="0" y="60535"/>
                </a:lnTo>
                <a:cubicBezTo>
                  <a:pt x="0" y="55238"/>
                  <a:pt x="4261" y="50977"/>
                  <a:pt x="9558" y="50977"/>
                </a:cubicBezTo>
                <a:close/>
                <a:moveTo>
                  <a:pt x="76466" y="63721"/>
                </a:moveTo>
                <a:cubicBezTo>
                  <a:pt x="83499" y="63721"/>
                  <a:pt x="89210" y="58011"/>
                  <a:pt x="89210" y="50977"/>
                </a:cubicBezTo>
                <a:cubicBezTo>
                  <a:pt x="89210" y="43943"/>
                  <a:pt x="83499" y="38233"/>
                  <a:pt x="76466" y="38233"/>
                </a:cubicBezTo>
                <a:cubicBezTo>
                  <a:pt x="69432" y="38233"/>
                  <a:pt x="63721" y="43943"/>
                  <a:pt x="63721" y="50977"/>
                </a:cubicBezTo>
                <a:cubicBezTo>
                  <a:pt x="63721" y="58011"/>
                  <a:pt x="69432" y="63721"/>
                  <a:pt x="76466" y="63721"/>
                </a:cubicBezTo>
                <a:close/>
                <a:moveTo>
                  <a:pt x="154723" y="68301"/>
                </a:moveTo>
                <a:cubicBezTo>
                  <a:pt x="152971" y="65474"/>
                  <a:pt x="149904" y="63721"/>
                  <a:pt x="146559" y="63721"/>
                </a:cubicBezTo>
                <a:cubicBezTo>
                  <a:pt x="143214" y="63721"/>
                  <a:pt x="140147" y="65474"/>
                  <a:pt x="138395" y="68301"/>
                </a:cubicBezTo>
                <a:lnTo>
                  <a:pt x="115973" y="104981"/>
                </a:lnTo>
                <a:lnTo>
                  <a:pt x="106215" y="92794"/>
                </a:lnTo>
                <a:cubicBezTo>
                  <a:pt x="104383" y="90524"/>
                  <a:pt x="101675" y="89210"/>
                  <a:pt x="98768" y="89210"/>
                </a:cubicBezTo>
                <a:cubicBezTo>
                  <a:pt x="95861" y="89210"/>
                  <a:pt x="93113" y="90524"/>
                  <a:pt x="91321" y="92794"/>
                </a:cubicBezTo>
                <a:lnTo>
                  <a:pt x="65832" y="124655"/>
                </a:lnTo>
                <a:cubicBezTo>
                  <a:pt x="63522" y="127522"/>
                  <a:pt x="63084" y="131465"/>
                  <a:pt x="64677" y="134770"/>
                </a:cubicBezTo>
                <a:cubicBezTo>
                  <a:pt x="66270" y="138076"/>
                  <a:pt x="69615" y="140187"/>
                  <a:pt x="73279" y="140187"/>
                </a:cubicBezTo>
                <a:lnTo>
                  <a:pt x="181606" y="140187"/>
                </a:lnTo>
                <a:cubicBezTo>
                  <a:pt x="185070" y="140187"/>
                  <a:pt x="188256" y="138315"/>
                  <a:pt x="189929" y="135288"/>
                </a:cubicBezTo>
                <a:cubicBezTo>
                  <a:pt x="191602" y="132261"/>
                  <a:pt x="191562" y="128597"/>
                  <a:pt x="189730" y="125611"/>
                </a:cubicBezTo>
                <a:lnTo>
                  <a:pt x="154683" y="6826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439564" y="5448877"/>
            <a:ext cx="5106197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 Features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9564" y="5754739"/>
            <a:ext cx="5089204" cy="44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Showcase your property portfolio directly in WhatsApp Business. Clients can browse listings without leaving the app.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71424" y="6323982"/>
            <a:ext cx="89210" cy="118946"/>
          </a:xfrm>
          <a:custGeom>
            <a:avLst/>
            <a:gdLst/>
            <a:ahLst/>
            <a:cxnLst/>
            <a:rect l="l" t="t" r="r" b="b"/>
            <a:pathLst>
              <a:path w="89210" h="118946">
                <a:moveTo>
                  <a:pt x="68046" y="89210"/>
                </a:moveTo>
                <a:cubicBezTo>
                  <a:pt x="69742" y="84029"/>
                  <a:pt x="73133" y="79336"/>
                  <a:pt x="76967" y="75294"/>
                </a:cubicBezTo>
                <a:cubicBezTo>
                  <a:pt x="84563" y="67302"/>
                  <a:pt x="89210" y="56500"/>
                  <a:pt x="89210" y="44605"/>
                </a:cubicBezTo>
                <a:cubicBezTo>
                  <a:pt x="89210" y="19979"/>
                  <a:pt x="69230" y="0"/>
                  <a:pt x="44605" y="0"/>
                </a:cubicBezTo>
                <a:cubicBezTo>
                  <a:pt x="19979" y="0"/>
                  <a:pt x="0" y="19979"/>
                  <a:pt x="0" y="44605"/>
                </a:cubicBezTo>
                <a:cubicBezTo>
                  <a:pt x="0" y="56500"/>
                  <a:pt x="4646" y="67302"/>
                  <a:pt x="12243" y="75294"/>
                </a:cubicBezTo>
                <a:cubicBezTo>
                  <a:pt x="16076" y="79336"/>
                  <a:pt x="19491" y="84029"/>
                  <a:pt x="21164" y="89210"/>
                </a:cubicBezTo>
                <a:lnTo>
                  <a:pt x="68022" y="89210"/>
                </a:lnTo>
                <a:close/>
                <a:moveTo>
                  <a:pt x="66907" y="100361"/>
                </a:moveTo>
                <a:lnTo>
                  <a:pt x="22302" y="100361"/>
                </a:lnTo>
                <a:lnTo>
                  <a:pt x="22302" y="104078"/>
                </a:lnTo>
                <a:cubicBezTo>
                  <a:pt x="22302" y="114346"/>
                  <a:pt x="30619" y="122663"/>
                  <a:pt x="40888" y="122663"/>
                </a:cubicBezTo>
                <a:lnTo>
                  <a:pt x="48322" y="122663"/>
                </a:lnTo>
                <a:cubicBezTo>
                  <a:pt x="58590" y="122663"/>
                  <a:pt x="66907" y="114346"/>
                  <a:pt x="66907" y="104078"/>
                </a:cubicBezTo>
                <a:lnTo>
                  <a:pt x="66907" y="100361"/>
                </a:lnTo>
                <a:close/>
                <a:moveTo>
                  <a:pt x="42746" y="26020"/>
                </a:moveTo>
                <a:cubicBezTo>
                  <a:pt x="33500" y="26020"/>
                  <a:pt x="26020" y="33500"/>
                  <a:pt x="26020" y="42746"/>
                </a:cubicBezTo>
                <a:cubicBezTo>
                  <a:pt x="26020" y="45836"/>
                  <a:pt x="23534" y="48322"/>
                  <a:pt x="20444" y="48322"/>
                </a:cubicBezTo>
                <a:cubicBezTo>
                  <a:pt x="17354" y="48322"/>
                  <a:pt x="14868" y="45836"/>
                  <a:pt x="14868" y="42746"/>
                </a:cubicBezTo>
                <a:cubicBezTo>
                  <a:pt x="14868" y="27344"/>
                  <a:pt x="27344" y="14868"/>
                  <a:pt x="42746" y="14868"/>
                </a:cubicBezTo>
                <a:cubicBezTo>
                  <a:pt x="45836" y="14868"/>
                  <a:pt x="48322" y="17354"/>
                  <a:pt x="48322" y="20444"/>
                </a:cubicBezTo>
                <a:cubicBezTo>
                  <a:pt x="48322" y="23534"/>
                  <a:pt x="45836" y="26020"/>
                  <a:pt x="42746" y="260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656216" y="6298493"/>
            <a:ext cx="1937126" cy="16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7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by location and price range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496647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109022" y="0"/>
                </a:moveTo>
                <a:lnTo>
                  <a:pt x="399736" y="0"/>
                </a:lnTo>
                <a:cubicBezTo>
                  <a:pt x="459946" y="0"/>
                  <a:pt x="508757" y="48811"/>
                  <a:pt x="508757" y="109022"/>
                </a:cubicBezTo>
                <a:lnTo>
                  <a:pt x="508757" y="399736"/>
                </a:lnTo>
                <a:cubicBezTo>
                  <a:pt x="508757" y="459946"/>
                  <a:pt x="459946" y="508757"/>
                  <a:pt x="399736" y="508757"/>
                </a:cubicBezTo>
                <a:lnTo>
                  <a:pt x="109022" y="508757"/>
                </a:lnTo>
                <a:cubicBezTo>
                  <a:pt x="48811" y="508757"/>
                  <a:pt x="0" y="459946"/>
                  <a:pt x="0" y="399736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88316" y="605666"/>
            <a:ext cx="363398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20542" y="366426"/>
            <a:ext cx="932721" cy="333115"/>
          </a:xfrm>
          <a:custGeom>
            <a:avLst/>
            <a:gdLst/>
            <a:ahLst/>
            <a:cxnLst/>
            <a:rect l="l" t="t" r="r" b="b"/>
            <a:pathLst>
              <a:path w="932721" h="333115">
                <a:moveTo>
                  <a:pt x="166557" y="0"/>
                </a:moveTo>
                <a:lnTo>
                  <a:pt x="766164" y="0"/>
                </a:lnTo>
                <a:cubicBezTo>
                  <a:pt x="858151" y="0"/>
                  <a:pt x="932721" y="74570"/>
                  <a:pt x="932721" y="166557"/>
                </a:cubicBezTo>
                <a:lnTo>
                  <a:pt x="932721" y="166557"/>
                </a:lnTo>
                <a:cubicBezTo>
                  <a:pt x="932721" y="258544"/>
                  <a:pt x="858151" y="333115"/>
                  <a:pt x="766164" y="333115"/>
                </a:cubicBezTo>
                <a:lnTo>
                  <a:pt x="166557" y="333115"/>
                </a:lnTo>
                <a:cubicBezTo>
                  <a:pt x="74570" y="333115"/>
                  <a:pt x="0" y="258544"/>
                  <a:pt x="0" y="166557"/>
                </a:cubicBezTo>
                <a:lnTo>
                  <a:pt x="0" y="166557"/>
                </a:lnTo>
                <a:cubicBezTo>
                  <a:pt x="0" y="74570"/>
                  <a:pt x="74570" y="0"/>
                  <a:pt x="16655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8930" y="466362"/>
            <a:ext cx="70133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spc="50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7514" y="775250"/>
            <a:ext cx="4133651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Engine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7514" y="1247668"/>
            <a:ext cx="10901937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found when buyers are searching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6426" y="1723113"/>
            <a:ext cx="5620554" cy="4766569"/>
          </a:xfrm>
          <a:custGeom>
            <a:avLst/>
            <a:gdLst/>
            <a:ahLst/>
            <a:cxnLst/>
            <a:rect l="l" t="t" r="r" b="b"/>
            <a:pathLst>
              <a:path w="5620554" h="4766569">
                <a:moveTo>
                  <a:pt x="145380" y="0"/>
                </a:moveTo>
                <a:lnTo>
                  <a:pt x="5475174" y="0"/>
                </a:lnTo>
                <a:cubicBezTo>
                  <a:pt x="5555465" y="0"/>
                  <a:pt x="5620554" y="65089"/>
                  <a:pt x="5620554" y="145380"/>
                </a:cubicBezTo>
                <a:lnTo>
                  <a:pt x="5620554" y="4621189"/>
                </a:lnTo>
                <a:cubicBezTo>
                  <a:pt x="5620554" y="4701480"/>
                  <a:pt x="5555465" y="4766569"/>
                  <a:pt x="5475174" y="4766569"/>
                </a:cubicBezTo>
                <a:lnTo>
                  <a:pt x="145380" y="4766569"/>
                </a:lnTo>
                <a:cubicBezTo>
                  <a:pt x="65089" y="4766569"/>
                  <a:pt x="0" y="4701480"/>
                  <a:pt x="0" y="4621189"/>
                </a:cubicBezTo>
                <a:lnTo>
                  <a:pt x="0" y="145380"/>
                </a:lnTo>
                <a:cubicBezTo>
                  <a:pt x="0" y="65143"/>
                  <a:pt x="65143" y="0"/>
                  <a:pt x="145380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748" y="1980519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77156" y="88578"/>
                </a:moveTo>
                <a:cubicBezTo>
                  <a:pt x="177156" y="108125"/>
                  <a:pt x="170811" y="126181"/>
                  <a:pt x="160122" y="140831"/>
                </a:cubicBezTo>
                <a:lnTo>
                  <a:pt x="214036" y="194787"/>
                </a:lnTo>
                <a:cubicBezTo>
                  <a:pt x="219359" y="200110"/>
                  <a:pt x="219359" y="208755"/>
                  <a:pt x="214036" y="214078"/>
                </a:cubicBezTo>
                <a:cubicBezTo>
                  <a:pt x="208712" y="219401"/>
                  <a:pt x="200068" y="219401"/>
                  <a:pt x="194744" y="214078"/>
                </a:cubicBezTo>
                <a:lnTo>
                  <a:pt x="140831" y="160122"/>
                </a:lnTo>
                <a:cubicBezTo>
                  <a:pt x="126181" y="170811"/>
                  <a:pt x="108125" y="177156"/>
                  <a:pt x="88578" y="177156"/>
                </a:cubicBezTo>
                <a:cubicBezTo>
                  <a:pt x="39647" y="177156"/>
                  <a:pt x="0" y="137509"/>
                  <a:pt x="0" y="88578"/>
                </a:cubicBezTo>
                <a:cubicBezTo>
                  <a:pt x="0" y="39647"/>
                  <a:pt x="39647" y="0"/>
                  <a:pt x="88578" y="0"/>
                </a:cubicBezTo>
                <a:cubicBezTo>
                  <a:pt x="137509" y="0"/>
                  <a:pt x="177156" y="39647"/>
                  <a:pt x="177156" y="88578"/>
                </a:cubicBezTo>
                <a:close/>
                <a:moveTo>
                  <a:pt x="88578" y="149902"/>
                </a:moveTo>
                <a:cubicBezTo>
                  <a:pt x="122424" y="149902"/>
                  <a:pt x="149902" y="122424"/>
                  <a:pt x="149902" y="88578"/>
                </a:cubicBezTo>
                <a:cubicBezTo>
                  <a:pt x="149902" y="54733"/>
                  <a:pt x="122424" y="27255"/>
                  <a:pt x="88578" y="27255"/>
                </a:cubicBezTo>
                <a:cubicBezTo>
                  <a:pt x="54733" y="27255"/>
                  <a:pt x="27255" y="54733"/>
                  <a:pt x="27255" y="88578"/>
                </a:cubicBezTo>
                <a:cubicBezTo>
                  <a:pt x="27255" y="122424"/>
                  <a:pt x="54733" y="149902"/>
                  <a:pt x="88578" y="14990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60042" y="1944179"/>
            <a:ext cx="501489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SEO?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493" y="2380256"/>
            <a:ext cx="5260185" cy="799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8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(Search Engine Optimization) is the practice of optimizing your website to rank higher on Google when people search for real estate-related terms.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22" y="3362188"/>
            <a:ext cx="5166307" cy="1532328"/>
          </a:xfrm>
          <a:custGeom>
            <a:avLst/>
            <a:gdLst/>
            <a:ahLst/>
            <a:cxnLst/>
            <a:rect l="l" t="t" r="r" b="b"/>
            <a:pathLst>
              <a:path w="5166307" h="1532328">
                <a:moveTo>
                  <a:pt x="109025" y="0"/>
                </a:moveTo>
                <a:lnTo>
                  <a:pt x="5057282" y="0"/>
                </a:lnTo>
                <a:cubicBezTo>
                  <a:pt x="5117495" y="0"/>
                  <a:pt x="5166307" y="48812"/>
                  <a:pt x="5166307" y="109025"/>
                </a:cubicBezTo>
                <a:lnTo>
                  <a:pt x="5166307" y="1423303"/>
                </a:lnTo>
                <a:cubicBezTo>
                  <a:pt x="5166307" y="1483516"/>
                  <a:pt x="5117495" y="1532328"/>
                  <a:pt x="5057282" y="1532328"/>
                </a:cubicBezTo>
                <a:lnTo>
                  <a:pt x="109025" y="1532328"/>
                </a:lnTo>
                <a:cubicBezTo>
                  <a:pt x="48812" y="1532328"/>
                  <a:pt x="0" y="1483516"/>
                  <a:pt x="0" y="1423303"/>
                </a:cubicBezTo>
                <a:lnTo>
                  <a:pt x="0" y="109025"/>
                </a:lnTo>
                <a:cubicBezTo>
                  <a:pt x="0" y="48853"/>
                  <a:pt x="48853" y="0"/>
                  <a:pt x="109025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961" y="3592343"/>
            <a:ext cx="163529" cy="163529"/>
          </a:xfrm>
          <a:custGeom>
            <a:avLst/>
            <a:gdLst/>
            <a:ahLst/>
            <a:cxnLst/>
            <a:rect l="l" t="t" r="r" b="b"/>
            <a:pathLst>
              <a:path w="163529" h="163529">
                <a:moveTo>
                  <a:pt x="46088" y="0"/>
                </a:moveTo>
                <a:lnTo>
                  <a:pt x="117632" y="0"/>
                </a:lnTo>
                <a:cubicBezTo>
                  <a:pt x="126096" y="0"/>
                  <a:pt x="132995" y="6963"/>
                  <a:pt x="132676" y="15395"/>
                </a:cubicBezTo>
                <a:cubicBezTo>
                  <a:pt x="132612" y="17088"/>
                  <a:pt x="132548" y="18780"/>
                  <a:pt x="132452" y="20441"/>
                </a:cubicBezTo>
                <a:lnTo>
                  <a:pt x="148294" y="20441"/>
                </a:lnTo>
                <a:cubicBezTo>
                  <a:pt x="156630" y="20441"/>
                  <a:pt x="163976" y="27340"/>
                  <a:pt x="163337" y="36347"/>
                </a:cubicBezTo>
                <a:cubicBezTo>
                  <a:pt x="160942" y="69468"/>
                  <a:pt x="144014" y="87673"/>
                  <a:pt x="125649" y="97191"/>
                </a:cubicBezTo>
                <a:cubicBezTo>
                  <a:pt x="120603" y="99810"/>
                  <a:pt x="115460" y="101759"/>
                  <a:pt x="110574" y="103196"/>
                </a:cubicBezTo>
                <a:cubicBezTo>
                  <a:pt x="104122" y="112330"/>
                  <a:pt x="97415" y="117153"/>
                  <a:pt x="92081" y="119740"/>
                </a:cubicBezTo>
                <a:lnTo>
                  <a:pt x="92081" y="143088"/>
                </a:lnTo>
                <a:lnTo>
                  <a:pt x="112522" y="143088"/>
                </a:lnTo>
                <a:cubicBezTo>
                  <a:pt x="118175" y="143088"/>
                  <a:pt x="122743" y="147655"/>
                  <a:pt x="122743" y="153308"/>
                </a:cubicBezTo>
                <a:cubicBezTo>
                  <a:pt x="122743" y="158962"/>
                  <a:pt x="118175" y="163529"/>
                  <a:pt x="112522" y="163529"/>
                </a:cubicBezTo>
                <a:lnTo>
                  <a:pt x="51199" y="163529"/>
                </a:lnTo>
                <a:cubicBezTo>
                  <a:pt x="45545" y="163529"/>
                  <a:pt x="40978" y="158962"/>
                  <a:pt x="40978" y="153308"/>
                </a:cubicBezTo>
                <a:cubicBezTo>
                  <a:pt x="40978" y="147655"/>
                  <a:pt x="45545" y="143088"/>
                  <a:pt x="51199" y="143088"/>
                </a:cubicBezTo>
                <a:lnTo>
                  <a:pt x="71640" y="143088"/>
                </a:lnTo>
                <a:lnTo>
                  <a:pt x="71640" y="119740"/>
                </a:lnTo>
                <a:cubicBezTo>
                  <a:pt x="66529" y="117281"/>
                  <a:pt x="60174" y="112714"/>
                  <a:pt x="53977" y="104314"/>
                </a:cubicBezTo>
                <a:cubicBezTo>
                  <a:pt x="48101" y="102781"/>
                  <a:pt x="41713" y="100449"/>
                  <a:pt x="35485" y="96936"/>
                </a:cubicBezTo>
                <a:cubicBezTo>
                  <a:pt x="18205" y="87258"/>
                  <a:pt x="2619" y="69021"/>
                  <a:pt x="383" y="36283"/>
                </a:cubicBezTo>
                <a:cubicBezTo>
                  <a:pt x="-224" y="27308"/>
                  <a:pt x="7091" y="20409"/>
                  <a:pt x="15427" y="20409"/>
                </a:cubicBezTo>
                <a:lnTo>
                  <a:pt x="31269" y="20409"/>
                </a:lnTo>
                <a:cubicBezTo>
                  <a:pt x="31173" y="18748"/>
                  <a:pt x="31109" y="17088"/>
                  <a:pt x="31045" y="15363"/>
                </a:cubicBezTo>
                <a:cubicBezTo>
                  <a:pt x="30726" y="6899"/>
                  <a:pt x="37624" y="-32"/>
                  <a:pt x="46088" y="-32"/>
                </a:cubicBezTo>
                <a:close/>
                <a:moveTo>
                  <a:pt x="32418" y="35772"/>
                </a:moveTo>
                <a:lnTo>
                  <a:pt x="15682" y="35772"/>
                </a:lnTo>
                <a:cubicBezTo>
                  <a:pt x="17662" y="62825"/>
                  <a:pt x="30087" y="76367"/>
                  <a:pt x="42894" y="83553"/>
                </a:cubicBezTo>
                <a:cubicBezTo>
                  <a:pt x="38295" y="71640"/>
                  <a:pt x="34494" y="56085"/>
                  <a:pt x="32418" y="35772"/>
                </a:cubicBezTo>
                <a:close/>
                <a:moveTo>
                  <a:pt x="121369" y="82020"/>
                </a:moveTo>
                <a:cubicBezTo>
                  <a:pt x="134305" y="74418"/>
                  <a:pt x="145994" y="60908"/>
                  <a:pt x="147975" y="35772"/>
                </a:cubicBezTo>
                <a:lnTo>
                  <a:pt x="131270" y="35772"/>
                </a:lnTo>
                <a:cubicBezTo>
                  <a:pt x="129290" y="55223"/>
                  <a:pt x="125713" y="70330"/>
                  <a:pt x="121369" y="820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84203" y="3546918"/>
            <a:ext cx="466966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419" y="3946656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65967" y="3910316"/>
            <a:ext cx="27890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 of users never scroll past the first page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3419" y="423737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65967" y="4201034"/>
            <a:ext cx="238934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traffic is free and sustainable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3419" y="4528092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65967" y="4491753"/>
            <a:ext cx="297986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High-intent visitors actively seeking properties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8994" y="1723113"/>
            <a:ext cx="5620554" cy="3485592"/>
          </a:xfrm>
          <a:custGeom>
            <a:avLst/>
            <a:gdLst/>
            <a:ahLst/>
            <a:cxnLst/>
            <a:rect l="l" t="t" r="r" b="b"/>
            <a:pathLst>
              <a:path w="5620554" h="3485592">
                <a:moveTo>
                  <a:pt x="145349" y="0"/>
                </a:moveTo>
                <a:lnTo>
                  <a:pt x="5475205" y="0"/>
                </a:lnTo>
                <a:cubicBezTo>
                  <a:pt x="5555479" y="0"/>
                  <a:pt x="5620554" y="65075"/>
                  <a:pt x="5620554" y="145349"/>
                </a:cubicBezTo>
                <a:lnTo>
                  <a:pt x="5620554" y="3340242"/>
                </a:lnTo>
                <a:cubicBezTo>
                  <a:pt x="5620554" y="3420517"/>
                  <a:pt x="5555479" y="3485592"/>
                  <a:pt x="5475205" y="3485592"/>
                </a:cubicBezTo>
                <a:lnTo>
                  <a:pt x="145349" y="3485592"/>
                </a:lnTo>
                <a:cubicBezTo>
                  <a:pt x="65075" y="3485592"/>
                  <a:pt x="0" y="3420517"/>
                  <a:pt x="0" y="3340242"/>
                </a:cubicBezTo>
                <a:lnTo>
                  <a:pt x="0" y="145349"/>
                </a:lnTo>
                <a:cubicBezTo>
                  <a:pt x="0" y="65129"/>
                  <a:pt x="65129" y="0"/>
                  <a:pt x="145349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7316" y="1980519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43088" y="149902"/>
                </a:moveTo>
                <a:cubicBezTo>
                  <a:pt x="184481" y="149902"/>
                  <a:pt x="218039" y="116344"/>
                  <a:pt x="218039" y="74951"/>
                </a:cubicBezTo>
                <a:cubicBezTo>
                  <a:pt x="218039" y="33558"/>
                  <a:pt x="184481" y="0"/>
                  <a:pt x="143088" y="0"/>
                </a:cubicBezTo>
                <a:cubicBezTo>
                  <a:pt x="101695" y="0"/>
                  <a:pt x="68137" y="33558"/>
                  <a:pt x="68137" y="74951"/>
                </a:cubicBezTo>
                <a:cubicBezTo>
                  <a:pt x="68137" y="82914"/>
                  <a:pt x="69372" y="90622"/>
                  <a:pt x="71672" y="97819"/>
                </a:cubicBezTo>
                <a:lnTo>
                  <a:pt x="2981" y="166510"/>
                </a:lnTo>
                <a:cubicBezTo>
                  <a:pt x="1065" y="168426"/>
                  <a:pt x="0" y="171024"/>
                  <a:pt x="0" y="173750"/>
                </a:cubicBezTo>
                <a:lnTo>
                  <a:pt x="0" y="207818"/>
                </a:lnTo>
                <a:cubicBezTo>
                  <a:pt x="0" y="213482"/>
                  <a:pt x="4557" y="218039"/>
                  <a:pt x="10221" y="218039"/>
                </a:cubicBezTo>
                <a:lnTo>
                  <a:pt x="44289" y="218039"/>
                </a:lnTo>
                <a:cubicBezTo>
                  <a:pt x="49953" y="218039"/>
                  <a:pt x="54510" y="213482"/>
                  <a:pt x="54510" y="207818"/>
                </a:cubicBezTo>
                <a:lnTo>
                  <a:pt x="54510" y="190784"/>
                </a:lnTo>
                <a:lnTo>
                  <a:pt x="71544" y="190784"/>
                </a:lnTo>
                <a:cubicBezTo>
                  <a:pt x="77208" y="190784"/>
                  <a:pt x="81765" y="186227"/>
                  <a:pt x="81765" y="180563"/>
                </a:cubicBezTo>
                <a:lnTo>
                  <a:pt x="81765" y="163529"/>
                </a:lnTo>
                <a:lnTo>
                  <a:pt x="98799" y="163529"/>
                </a:lnTo>
                <a:cubicBezTo>
                  <a:pt x="101524" y="163529"/>
                  <a:pt x="104122" y="162464"/>
                  <a:pt x="106038" y="160548"/>
                </a:cubicBezTo>
                <a:lnTo>
                  <a:pt x="120219" y="146367"/>
                </a:lnTo>
                <a:cubicBezTo>
                  <a:pt x="127416" y="148667"/>
                  <a:pt x="135124" y="149902"/>
                  <a:pt x="143088" y="149902"/>
                </a:cubicBezTo>
                <a:close/>
                <a:moveTo>
                  <a:pt x="160122" y="40882"/>
                </a:moveTo>
                <a:cubicBezTo>
                  <a:pt x="169524" y="40882"/>
                  <a:pt x="177156" y="48515"/>
                  <a:pt x="177156" y="57917"/>
                </a:cubicBezTo>
                <a:cubicBezTo>
                  <a:pt x="177156" y="67318"/>
                  <a:pt x="169524" y="74951"/>
                  <a:pt x="160122" y="74951"/>
                </a:cubicBezTo>
                <a:cubicBezTo>
                  <a:pt x="150721" y="74951"/>
                  <a:pt x="143088" y="67318"/>
                  <a:pt x="143088" y="57917"/>
                </a:cubicBezTo>
                <a:cubicBezTo>
                  <a:pt x="143088" y="48515"/>
                  <a:pt x="150721" y="40882"/>
                  <a:pt x="160122" y="4088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610" y="1944179"/>
            <a:ext cx="501489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 to Target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3090" y="2419624"/>
            <a:ext cx="5166307" cy="1386969"/>
          </a:xfrm>
          <a:custGeom>
            <a:avLst/>
            <a:gdLst/>
            <a:ahLst/>
            <a:cxnLst/>
            <a:rect l="l" t="t" r="r" b="b"/>
            <a:pathLst>
              <a:path w="5166307" h="1386969">
                <a:moveTo>
                  <a:pt x="109016" y="0"/>
                </a:moveTo>
                <a:lnTo>
                  <a:pt x="5057291" y="0"/>
                </a:lnTo>
                <a:cubicBezTo>
                  <a:pt x="5117499" y="0"/>
                  <a:pt x="5166307" y="48808"/>
                  <a:pt x="5166307" y="109016"/>
                </a:cubicBezTo>
                <a:lnTo>
                  <a:pt x="5166307" y="1277953"/>
                </a:lnTo>
                <a:cubicBezTo>
                  <a:pt x="5166307" y="1338161"/>
                  <a:pt x="5117499" y="1386969"/>
                  <a:pt x="5057291" y="1386969"/>
                </a:cubicBezTo>
                <a:lnTo>
                  <a:pt x="109016" y="1386969"/>
                </a:lnTo>
                <a:cubicBezTo>
                  <a:pt x="48808" y="1386969"/>
                  <a:pt x="0" y="1338161"/>
                  <a:pt x="0" y="1277953"/>
                </a:cubicBezTo>
                <a:lnTo>
                  <a:pt x="0" y="109016"/>
                </a:lnTo>
                <a:cubicBezTo>
                  <a:pt x="0" y="48848"/>
                  <a:pt x="48848" y="0"/>
                  <a:pt x="109016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0529" y="2640694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8586" y="3052"/>
                </a:moveTo>
                <a:cubicBezTo>
                  <a:pt x="94221" y="-994"/>
                  <a:pt x="87478" y="-994"/>
                  <a:pt x="83149" y="3052"/>
                </a:cubicBezTo>
                <a:lnTo>
                  <a:pt x="3655" y="76867"/>
                </a:lnTo>
                <a:cubicBezTo>
                  <a:pt x="248" y="80061"/>
                  <a:pt x="-887" y="84994"/>
                  <a:pt x="816" y="89323"/>
                </a:cubicBezTo>
                <a:cubicBezTo>
                  <a:pt x="2520" y="93653"/>
                  <a:pt x="6672" y="96528"/>
                  <a:pt x="11356" y="96528"/>
                </a:cubicBezTo>
                <a:lnTo>
                  <a:pt x="17034" y="96528"/>
                </a:lnTo>
                <a:lnTo>
                  <a:pt x="17034" y="158987"/>
                </a:lnTo>
                <a:cubicBezTo>
                  <a:pt x="17034" y="171514"/>
                  <a:pt x="27219" y="181699"/>
                  <a:pt x="39747" y="181699"/>
                </a:cubicBezTo>
                <a:lnTo>
                  <a:pt x="141952" y="181699"/>
                </a:lnTo>
                <a:cubicBezTo>
                  <a:pt x="154480" y="181699"/>
                  <a:pt x="164665" y="171514"/>
                  <a:pt x="164665" y="158987"/>
                </a:cubicBezTo>
                <a:lnTo>
                  <a:pt x="164665" y="96528"/>
                </a:lnTo>
                <a:lnTo>
                  <a:pt x="170343" y="96528"/>
                </a:lnTo>
                <a:cubicBezTo>
                  <a:pt x="175027" y="96528"/>
                  <a:pt x="179215" y="93653"/>
                  <a:pt x="180918" y="89323"/>
                </a:cubicBezTo>
                <a:cubicBezTo>
                  <a:pt x="182622" y="84994"/>
                  <a:pt x="181486" y="80026"/>
                  <a:pt x="178079" y="76867"/>
                </a:cubicBezTo>
                <a:lnTo>
                  <a:pt x="98586" y="3052"/>
                </a:lnTo>
                <a:close/>
                <a:moveTo>
                  <a:pt x="85171" y="113562"/>
                </a:moveTo>
                <a:lnTo>
                  <a:pt x="96528" y="113562"/>
                </a:lnTo>
                <a:cubicBezTo>
                  <a:pt x="105932" y="113562"/>
                  <a:pt x="113562" y="121192"/>
                  <a:pt x="113562" y="130596"/>
                </a:cubicBezTo>
                <a:lnTo>
                  <a:pt x="113562" y="164665"/>
                </a:lnTo>
                <a:lnTo>
                  <a:pt x="68137" y="164665"/>
                </a:lnTo>
                <a:lnTo>
                  <a:pt x="68137" y="130596"/>
                </a:lnTo>
                <a:cubicBezTo>
                  <a:pt x="68137" y="121192"/>
                  <a:pt x="75767" y="113562"/>
                  <a:pt x="85171" y="113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53960" y="2604355"/>
            <a:ext cx="185332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Property Type Keywords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17817" y="2967753"/>
            <a:ext cx="1617121" cy="290718"/>
          </a:xfrm>
          <a:custGeom>
            <a:avLst/>
            <a:gdLst/>
            <a:ahLst/>
            <a:cxnLst/>
            <a:rect l="l" t="t" r="r" b="b"/>
            <a:pathLst>
              <a:path w="1617121" h="290718">
                <a:moveTo>
                  <a:pt x="72680" y="0"/>
                </a:moveTo>
                <a:lnTo>
                  <a:pt x="1544441" y="0"/>
                </a:lnTo>
                <a:cubicBezTo>
                  <a:pt x="1584581" y="0"/>
                  <a:pt x="1617121" y="32540"/>
                  <a:pt x="1617121" y="72680"/>
                </a:cubicBezTo>
                <a:lnTo>
                  <a:pt x="1617121" y="218039"/>
                </a:lnTo>
                <a:cubicBezTo>
                  <a:pt x="1617121" y="258179"/>
                  <a:pt x="1584581" y="290718"/>
                  <a:pt x="1544441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17817" y="2967753"/>
            <a:ext cx="1680715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"Houses for sale in Abuja"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10456" y="2967753"/>
            <a:ext cx="1426337" cy="290718"/>
          </a:xfrm>
          <a:custGeom>
            <a:avLst/>
            <a:gdLst/>
            <a:ahLst/>
            <a:cxnLst/>
            <a:rect l="l" t="t" r="r" b="b"/>
            <a:pathLst>
              <a:path w="1426337" h="290718">
                <a:moveTo>
                  <a:pt x="72680" y="0"/>
                </a:moveTo>
                <a:lnTo>
                  <a:pt x="1353657" y="0"/>
                </a:lnTo>
                <a:cubicBezTo>
                  <a:pt x="1393797" y="0"/>
                  <a:pt x="1426337" y="32540"/>
                  <a:pt x="1426337" y="72680"/>
                </a:cubicBezTo>
                <a:lnTo>
                  <a:pt x="1426337" y="218039"/>
                </a:lnTo>
                <a:cubicBezTo>
                  <a:pt x="1426337" y="258179"/>
                  <a:pt x="1393797" y="290718"/>
                  <a:pt x="1353657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310456" y="2967753"/>
            <a:ext cx="1489931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"Apartments in Lagos"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617817" y="3331150"/>
            <a:ext cx="2253067" cy="290718"/>
          </a:xfrm>
          <a:custGeom>
            <a:avLst/>
            <a:gdLst/>
            <a:ahLst/>
            <a:cxnLst/>
            <a:rect l="l" t="t" r="r" b="b"/>
            <a:pathLst>
              <a:path w="2253067" h="290718">
                <a:moveTo>
                  <a:pt x="72680" y="0"/>
                </a:moveTo>
                <a:lnTo>
                  <a:pt x="2180387" y="0"/>
                </a:lnTo>
                <a:cubicBezTo>
                  <a:pt x="2220527" y="0"/>
                  <a:pt x="2253067" y="32540"/>
                  <a:pt x="2253067" y="72680"/>
                </a:cubicBezTo>
                <a:lnTo>
                  <a:pt x="2253067" y="218039"/>
                </a:lnTo>
                <a:cubicBezTo>
                  <a:pt x="2253067" y="258179"/>
                  <a:pt x="2220527" y="290718"/>
                  <a:pt x="2180387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17817" y="3331150"/>
            <a:ext cx="2316662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"Commercial property Port Harcourt"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3090" y="3958010"/>
            <a:ext cx="5166307" cy="1023571"/>
          </a:xfrm>
          <a:custGeom>
            <a:avLst/>
            <a:gdLst/>
            <a:ahLst/>
            <a:cxnLst/>
            <a:rect l="l" t="t" r="r" b="b"/>
            <a:pathLst>
              <a:path w="5166307" h="1023571">
                <a:moveTo>
                  <a:pt x="109021" y="0"/>
                </a:moveTo>
                <a:lnTo>
                  <a:pt x="5057286" y="0"/>
                </a:lnTo>
                <a:cubicBezTo>
                  <a:pt x="5117497" y="0"/>
                  <a:pt x="5166307" y="48810"/>
                  <a:pt x="5166307" y="109021"/>
                </a:cubicBezTo>
                <a:lnTo>
                  <a:pt x="5166307" y="914550"/>
                </a:lnTo>
                <a:cubicBezTo>
                  <a:pt x="5166307" y="974761"/>
                  <a:pt x="5117497" y="1023571"/>
                  <a:pt x="5057286" y="1023571"/>
                </a:cubicBezTo>
                <a:lnTo>
                  <a:pt x="109021" y="1023571"/>
                </a:lnTo>
                <a:cubicBezTo>
                  <a:pt x="48810" y="1023571"/>
                  <a:pt x="0" y="974761"/>
                  <a:pt x="0" y="914550"/>
                </a:cubicBezTo>
                <a:lnTo>
                  <a:pt x="0" y="109021"/>
                </a:lnTo>
                <a:cubicBezTo>
                  <a:pt x="0" y="48850"/>
                  <a:pt x="48850" y="0"/>
                  <a:pt x="109021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0529" y="4179076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1534" y="34069"/>
                </a:moveTo>
                <a:lnTo>
                  <a:pt x="11534" y="87123"/>
                </a:lnTo>
                <a:cubicBezTo>
                  <a:pt x="11534" y="93156"/>
                  <a:pt x="13911" y="98941"/>
                  <a:pt x="18170" y="103199"/>
                </a:cubicBezTo>
                <a:lnTo>
                  <a:pt x="86307" y="171336"/>
                </a:lnTo>
                <a:cubicBezTo>
                  <a:pt x="95179" y="180208"/>
                  <a:pt x="109552" y="180208"/>
                  <a:pt x="118424" y="171336"/>
                </a:cubicBezTo>
                <a:lnTo>
                  <a:pt x="171478" y="118282"/>
                </a:lnTo>
                <a:cubicBezTo>
                  <a:pt x="180350" y="109410"/>
                  <a:pt x="180350" y="95037"/>
                  <a:pt x="171478" y="86165"/>
                </a:cubicBezTo>
                <a:lnTo>
                  <a:pt x="103341" y="18028"/>
                </a:lnTo>
                <a:cubicBezTo>
                  <a:pt x="99083" y="13734"/>
                  <a:pt x="93334" y="11356"/>
                  <a:pt x="87301" y="11356"/>
                </a:cubicBezTo>
                <a:lnTo>
                  <a:pt x="34246" y="11356"/>
                </a:lnTo>
                <a:cubicBezTo>
                  <a:pt x="21719" y="11356"/>
                  <a:pt x="11534" y="21541"/>
                  <a:pt x="11534" y="34069"/>
                </a:cubicBezTo>
                <a:close/>
                <a:moveTo>
                  <a:pt x="51280" y="39747"/>
                </a:moveTo>
                <a:cubicBezTo>
                  <a:pt x="57548" y="39747"/>
                  <a:pt x="62636" y="44835"/>
                  <a:pt x="62636" y="51103"/>
                </a:cubicBezTo>
                <a:cubicBezTo>
                  <a:pt x="62636" y="57370"/>
                  <a:pt x="57548" y="62459"/>
                  <a:pt x="51280" y="62459"/>
                </a:cubicBezTo>
                <a:cubicBezTo>
                  <a:pt x="45013" y="62459"/>
                  <a:pt x="39924" y="57370"/>
                  <a:pt x="39924" y="51103"/>
                </a:cubicBezTo>
                <a:cubicBezTo>
                  <a:pt x="39924" y="44835"/>
                  <a:pt x="45013" y="39747"/>
                  <a:pt x="51280" y="397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953960" y="4142736"/>
            <a:ext cx="171705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Price-Based Keywords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17817" y="4506134"/>
            <a:ext cx="1626206" cy="290718"/>
          </a:xfrm>
          <a:custGeom>
            <a:avLst/>
            <a:gdLst/>
            <a:ahLst/>
            <a:cxnLst/>
            <a:rect l="l" t="t" r="r" b="b"/>
            <a:pathLst>
              <a:path w="1626206" h="290718">
                <a:moveTo>
                  <a:pt x="72680" y="0"/>
                </a:moveTo>
                <a:lnTo>
                  <a:pt x="1553526" y="0"/>
                </a:lnTo>
                <a:cubicBezTo>
                  <a:pt x="1593666" y="0"/>
                  <a:pt x="1626206" y="32540"/>
                  <a:pt x="1626206" y="72680"/>
                </a:cubicBezTo>
                <a:lnTo>
                  <a:pt x="1626206" y="218039"/>
                </a:lnTo>
                <a:cubicBezTo>
                  <a:pt x="1626206" y="258179"/>
                  <a:pt x="1593666" y="290718"/>
                  <a:pt x="1553526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17817" y="4506134"/>
            <a:ext cx="1689800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"Affordable land in Lagos"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8216" y="4506134"/>
            <a:ext cx="1389997" cy="290718"/>
          </a:xfrm>
          <a:custGeom>
            <a:avLst/>
            <a:gdLst/>
            <a:ahLst/>
            <a:cxnLst/>
            <a:rect l="l" t="t" r="r" b="b"/>
            <a:pathLst>
              <a:path w="1389997" h="290718">
                <a:moveTo>
                  <a:pt x="72680" y="0"/>
                </a:moveTo>
                <a:lnTo>
                  <a:pt x="1317317" y="0"/>
                </a:lnTo>
                <a:cubicBezTo>
                  <a:pt x="1357457" y="0"/>
                  <a:pt x="1389997" y="32540"/>
                  <a:pt x="1389997" y="72680"/>
                </a:cubicBezTo>
                <a:lnTo>
                  <a:pt x="1389997" y="218039"/>
                </a:lnTo>
                <a:cubicBezTo>
                  <a:pt x="1389997" y="258179"/>
                  <a:pt x="1357457" y="290718"/>
                  <a:pt x="1317317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18216" y="4506134"/>
            <a:ext cx="1453592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"Cheap houses Kano"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77297" y="4506134"/>
            <a:ext cx="1371827" cy="290718"/>
          </a:xfrm>
          <a:custGeom>
            <a:avLst/>
            <a:gdLst/>
            <a:ahLst/>
            <a:cxnLst/>
            <a:rect l="l" t="t" r="r" b="b"/>
            <a:pathLst>
              <a:path w="1371827" h="290718">
                <a:moveTo>
                  <a:pt x="72680" y="0"/>
                </a:moveTo>
                <a:lnTo>
                  <a:pt x="1299148" y="0"/>
                </a:lnTo>
                <a:cubicBezTo>
                  <a:pt x="1339287" y="0"/>
                  <a:pt x="1371827" y="32540"/>
                  <a:pt x="1371827" y="72680"/>
                </a:cubicBezTo>
                <a:lnTo>
                  <a:pt x="1371827" y="218039"/>
                </a:lnTo>
                <a:cubicBezTo>
                  <a:pt x="1371827" y="258179"/>
                  <a:pt x="1339287" y="290718"/>
                  <a:pt x="1299148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777297" y="4506134"/>
            <a:ext cx="1435422" cy="290718"/>
          </a:xfrm>
          <a:prstGeom prst="rect">
            <a:avLst/>
          </a:prstGeom>
          <a:noFill/>
          <a:ln/>
        </p:spPr>
        <p:txBody>
          <a:bodyPr wrap="square" lIns="109019" tIns="54510" rIns="109019" bIns="5451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"Luxury homes Ikoyi"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08994" y="5393432"/>
            <a:ext cx="5620554" cy="1096250"/>
          </a:xfrm>
          <a:custGeom>
            <a:avLst/>
            <a:gdLst/>
            <a:ahLst/>
            <a:cxnLst/>
            <a:rect l="l" t="t" r="r" b="b"/>
            <a:pathLst>
              <a:path w="5620554" h="1096250">
                <a:moveTo>
                  <a:pt x="109022" y="0"/>
                </a:moveTo>
                <a:lnTo>
                  <a:pt x="5511532" y="0"/>
                </a:lnTo>
                <a:cubicBezTo>
                  <a:pt x="5571744" y="0"/>
                  <a:pt x="5620554" y="48811"/>
                  <a:pt x="5620554" y="109022"/>
                </a:cubicBezTo>
                <a:lnTo>
                  <a:pt x="5620554" y="987228"/>
                </a:lnTo>
                <a:cubicBezTo>
                  <a:pt x="5620554" y="1047440"/>
                  <a:pt x="5571744" y="1096250"/>
                  <a:pt x="5511532" y="1096250"/>
                </a:cubicBezTo>
                <a:lnTo>
                  <a:pt x="109022" y="1096250"/>
                </a:lnTo>
                <a:cubicBezTo>
                  <a:pt x="48811" y="1096250"/>
                  <a:pt x="0" y="1047440"/>
                  <a:pt x="0" y="987228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8264" y="5614498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09019" y="0"/>
                </a:moveTo>
                <a:cubicBezTo>
                  <a:pt x="169189" y="0"/>
                  <a:pt x="218039" y="48850"/>
                  <a:pt x="218039" y="109019"/>
                </a:cubicBezTo>
                <a:cubicBezTo>
                  <a:pt x="218039" y="169189"/>
                  <a:pt x="169189" y="218039"/>
                  <a:pt x="109019" y="218039"/>
                </a:cubicBezTo>
                <a:cubicBezTo>
                  <a:pt x="48850" y="218039"/>
                  <a:pt x="0" y="169189"/>
                  <a:pt x="0" y="109019"/>
                </a:cubicBezTo>
                <a:cubicBezTo>
                  <a:pt x="0" y="48850"/>
                  <a:pt x="48850" y="0"/>
                  <a:pt x="109019" y="0"/>
                </a:cubicBezTo>
                <a:close/>
                <a:moveTo>
                  <a:pt x="98799" y="51103"/>
                </a:moveTo>
                <a:lnTo>
                  <a:pt x="98799" y="109019"/>
                </a:lnTo>
                <a:cubicBezTo>
                  <a:pt x="98799" y="112426"/>
                  <a:pt x="100502" y="115620"/>
                  <a:pt x="103355" y="117537"/>
                </a:cubicBezTo>
                <a:lnTo>
                  <a:pt x="144238" y="144791"/>
                </a:lnTo>
                <a:cubicBezTo>
                  <a:pt x="148922" y="147943"/>
                  <a:pt x="155267" y="146665"/>
                  <a:pt x="158419" y="141938"/>
                </a:cubicBezTo>
                <a:cubicBezTo>
                  <a:pt x="161570" y="137211"/>
                  <a:pt x="160293" y="130908"/>
                  <a:pt x="155566" y="127757"/>
                </a:cubicBezTo>
                <a:lnTo>
                  <a:pt x="119240" y="103568"/>
                </a:lnTo>
                <a:lnTo>
                  <a:pt x="119240" y="51103"/>
                </a:lnTo>
                <a:cubicBezTo>
                  <a:pt x="119240" y="45439"/>
                  <a:pt x="114683" y="40882"/>
                  <a:pt x="109019" y="40882"/>
                </a:cubicBezTo>
                <a:cubicBezTo>
                  <a:pt x="103355" y="40882"/>
                  <a:pt x="98799" y="45439"/>
                  <a:pt x="98799" y="511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70273" y="5578158"/>
            <a:ext cx="4951297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Expectation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70273" y="5868876"/>
            <a:ext cx="4942212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takes 3-6 months to show significant results, but delivers long-term, sustainable traffic.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46" y="491519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81869" y="599413"/>
            <a:ext cx="368637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0006" y="362643"/>
            <a:ext cx="923091" cy="329676"/>
          </a:xfrm>
          <a:custGeom>
            <a:avLst/>
            <a:gdLst/>
            <a:ahLst/>
            <a:cxnLst/>
            <a:rect l="l" t="t" r="r" b="b"/>
            <a:pathLst>
              <a:path w="923091" h="329676">
                <a:moveTo>
                  <a:pt x="164838" y="0"/>
                </a:moveTo>
                <a:lnTo>
                  <a:pt x="758254" y="0"/>
                </a:lnTo>
                <a:cubicBezTo>
                  <a:pt x="849291" y="0"/>
                  <a:pt x="923091" y="73800"/>
                  <a:pt x="923091" y="164838"/>
                </a:cubicBezTo>
                <a:lnTo>
                  <a:pt x="923091" y="164838"/>
                </a:lnTo>
                <a:cubicBezTo>
                  <a:pt x="923091" y="255875"/>
                  <a:pt x="849291" y="329676"/>
                  <a:pt x="758254" y="329676"/>
                </a:cubicBezTo>
                <a:lnTo>
                  <a:pt x="164838" y="329676"/>
                </a:lnTo>
                <a:cubicBezTo>
                  <a:pt x="73861" y="329676"/>
                  <a:pt x="0" y="255814"/>
                  <a:pt x="0" y="164838"/>
                </a:cubicBezTo>
                <a:lnTo>
                  <a:pt x="0" y="164838"/>
                </a:lnTo>
                <a:cubicBezTo>
                  <a:pt x="0" y="73861"/>
                  <a:pt x="73861" y="0"/>
                  <a:pt x="16483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6861" y="461547"/>
            <a:ext cx="694098" cy="13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spc="50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7009" y="767246"/>
            <a:ext cx="2832212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Marketing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7009" y="1234786"/>
            <a:ext cx="1091525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trust and authority through valuable content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2643" y="1705323"/>
            <a:ext cx="6749357" cy="3134914"/>
          </a:xfrm>
          <a:custGeom>
            <a:avLst/>
            <a:gdLst/>
            <a:ahLst/>
            <a:cxnLst/>
            <a:rect l="l" t="t" r="r" b="b"/>
            <a:pathLst>
              <a:path w="6749357" h="3134914">
                <a:moveTo>
                  <a:pt x="143861" y="0"/>
                </a:moveTo>
                <a:lnTo>
                  <a:pt x="6605496" y="0"/>
                </a:lnTo>
                <a:cubicBezTo>
                  <a:pt x="6684948" y="0"/>
                  <a:pt x="6749357" y="64409"/>
                  <a:pt x="6749357" y="143861"/>
                </a:cubicBezTo>
                <a:lnTo>
                  <a:pt x="6749357" y="2991053"/>
                </a:lnTo>
                <a:cubicBezTo>
                  <a:pt x="6749357" y="3070506"/>
                  <a:pt x="6684948" y="3134914"/>
                  <a:pt x="6605496" y="3134914"/>
                </a:cubicBezTo>
                <a:lnTo>
                  <a:pt x="143861" y="3134914"/>
                </a:lnTo>
                <a:cubicBezTo>
                  <a:pt x="64462" y="3134914"/>
                  <a:pt x="0" y="3070452"/>
                  <a:pt x="0" y="2991053"/>
                </a:cubicBezTo>
                <a:lnTo>
                  <a:pt x="0" y="143861"/>
                </a:lnTo>
                <a:cubicBezTo>
                  <a:pt x="0" y="64462"/>
                  <a:pt x="64462" y="0"/>
                  <a:pt x="14386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401" y="1960071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57415" y="11422"/>
                </a:moveTo>
                <a:cubicBezTo>
                  <a:pt x="163737" y="4172"/>
                  <a:pt x="172883" y="0"/>
                  <a:pt x="182534" y="0"/>
                </a:cubicBezTo>
                <a:cubicBezTo>
                  <a:pt x="200910" y="0"/>
                  <a:pt x="215830" y="14920"/>
                  <a:pt x="215830" y="33295"/>
                </a:cubicBezTo>
                <a:cubicBezTo>
                  <a:pt x="215830" y="42905"/>
                  <a:pt x="211657" y="52092"/>
                  <a:pt x="204408" y="58414"/>
                </a:cubicBezTo>
                <a:lnTo>
                  <a:pt x="119568" y="132254"/>
                </a:lnTo>
                <a:lnTo>
                  <a:pt x="115059" y="127702"/>
                </a:lnTo>
                <a:lnTo>
                  <a:pt x="88085" y="100729"/>
                </a:lnTo>
                <a:lnTo>
                  <a:pt x="83533" y="96219"/>
                </a:lnTo>
                <a:lnTo>
                  <a:pt x="157415" y="11422"/>
                </a:lnTo>
                <a:close/>
                <a:moveTo>
                  <a:pt x="67897" y="109158"/>
                </a:moveTo>
                <a:cubicBezTo>
                  <a:pt x="68277" y="109580"/>
                  <a:pt x="79235" y="120538"/>
                  <a:pt x="100729" y="142032"/>
                </a:cubicBezTo>
                <a:lnTo>
                  <a:pt x="106587" y="147890"/>
                </a:lnTo>
                <a:lnTo>
                  <a:pt x="99380" y="179163"/>
                </a:lnTo>
                <a:cubicBezTo>
                  <a:pt x="97737" y="186370"/>
                  <a:pt x="92258" y="192102"/>
                  <a:pt x="85135" y="194082"/>
                </a:cubicBezTo>
                <a:lnTo>
                  <a:pt x="13571" y="214102"/>
                </a:lnTo>
                <a:lnTo>
                  <a:pt x="52472" y="175201"/>
                </a:lnTo>
                <a:cubicBezTo>
                  <a:pt x="52978" y="175243"/>
                  <a:pt x="53441" y="175285"/>
                  <a:pt x="53947" y="175285"/>
                </a:cubicBezTo>
                <a:cubicBezTo>
                  <a:pt x="61407" y="175285"/>
                  <a:pt x="67434" y="169258"/>
                  <a:pt x="67434" y="161799"/>
                </a:cubicBezTo>
                <a:cubicBezTo>
                  <a:pt x="67434" y="154339"/>
                  <a:pt x="61407" y="148312"/>
                  <a:pt x="53947" y="148312"/>
                </a:cubicBezTo>
                <a:cubicBezTo>
                  <a:pt x="46487" y="148312"/>
                  <a:pt x="40460" y="154339"/>
                  <a:pt x="40460" y="161799"/>
                </a:cubicBezTo>
                <a:cubicBezTo>
                  <a:pt x="40460" y="162304"/>
                  <a:pt x="40502" y="162810"/>
                  <a:pt x="40544" y="163274"/>
                </a:cubicBezTo>
                <a:lnTo>
                  <a:pt x="1644" y="202217"/>
                </a:lnTo>
                <a:lnTo>
                  <a:pt x="21705" y="130653"/>
                </a:lnTo>
                <a:cubicBezTo>
                  <a:pt x="23686" y="123530"/>
                  <a:pt x="29418" y="118051"/>
                  <a:pt x="36625" y="116407"/>
                </a:cubicBezTo>
                <a:lnTo>
                  <a:pt x="67897" y="10915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51162" y="1924106"/>
            <a:ext cx="6149947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Types to Create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425" y="2394643"/>
            <a:ext cx="2002030" cy="1948083"/>
          </a:xfrm>
          <a:custGeom>
            <a:avLst/>
            <a:gdLst/>
            <a:ahLst/>
            <a:cxnLst/>
            <a:rect l="l" t="t" r="r" b="b"/>
            <a:pathLst>
              <a:path w="2002030" h="1948083">
                <a:moveTo>
                  <a:pt x="107885" y="0"/>
                </a:moveTo>
                <a:lnTo>
                  <a:pt x="1894145" y="0"/>
                </a:lnTo>
                <a:cubicBezTo>
                  <a:pt x="1953728" y="0"/>
                  <a:pt x="2002030" y="48302"/>
                  <a:pt x="2002030" y="107885"/>
                </a:cubicBezTo>
                <a:lnTo>
                  <a:pt x="2002030" y="1840198"/>
                </a:lnTo>
                <a:cubicBezTo>
                  <a:pt x="2002030" y="1899781"/>
                  <a:pt x="1953728" y="1948083"/>
                  <a:pt x="1894145" y="1948083"/>
                </a:cubicBezTo>
                <a:lnTo>
                  <a:pt x="107885" y="1948083"/>
                </a:lnTo>
                <a:cubicBezTo>
                  <a:pt x="48302" y="1948083"/>
                  <a:pt x="0" y="1899781"/>
                  <a:pt x="0" y="1840198"/>
                </a:cubicBezTo>
                <a:lnTo>
                  <a:pt x="0" y="107885"/>
                </a:lnTo>
                <a:cubicBezTo>
                  <a:pt x="0" y="48342"/>
                  <a:pt x="48342" y="0"/>
                  <a:pt x="107885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3875" y="2577466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77733" y="2721324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94407" y="10115"/>
                </a:moveTo>
                <a:cubicBezTo>
                  <a:pt x="94407" y="4510"/>
                  <a:pt x="98917" y="0"/>
                  <a:pt x="104522" y="0"/>
                </a:cubicBezTo>
                <a:cubicBezTo>
                  <a:pt x="165971" y="0"/>
                  <a:pt x="215788" y="49817"/>
                  <a:pt x="215788" y="111265"/>
                </a:cubicBezTo>
                <a:cubicBezTo>
                  <a:pt x="215788" y="116871"/>
                  <a:pt x="211278" y="121381"/>
                  <a:pt x="205673" y="121381"/>
                </a:cubicBezTo>
                <a:cubicBezTo>
                  <a:pt x="200067" y="121381"/>
                  <a:pt x="195558" y="116871"/>
                  <a:pt x="195558" y="111265"/>
                </a:cubicBezTo>
                <a:cubicBezTo>
                  <a:pt x="195558" y="60985"/>
                  <a:pt x="154802" y="20230"/>
                  <a:pt x="104522" y="20230"/>
                </a:cubicBezTo>
                <a:cubicBezTo>
                  <a:pt x="98917" y="20230"/>
                  <a:pt x="94407" y="15720"/>
                  <a:pt x="94407" y="10115"/>
                </a:cubicBezTo>
                <a:close/>
                <a:moveTo>
                  <a:pt x="33717" y="40460"/>
                </a:moveTo>
                <a:cubicBezTo>
                  <a:pt x="44886" y="40460"/>
                  <a:pt x="53947" y="49522"/>
                  <a:pt x="53947" y="60690"/>
                </a:cubicBezTo>
                <a:lnTo>
                  <a:pt x="53947" y="155097"/>
                </a:lnTo>
                <a:cubicBezTo>
                  <a:pt x="53947" y="166266"/>
                  <a:pt x="63008" y="175327"/>
                  <a:pt x="74177" y="175327"/>
                </a:cubicBezTo>
                <a:cubicBezTo>
                  <a:pt x="85346" y="175327"/>
                  <a:pt x="94407" y="166266"/>
                  <a:pt x="94407" y="155097"/>
                </a:cubicBezTo>
                <a:cubicBezTo>
                  <a:pt x="94407" y="143929"/>
                  <a:pt x="85346" y="134867"/>
                  <a:pt x="74177" y="134867"/>
                </a:cubicBezTo>
                <a:cubicBezTo>
                  <a:pt x="70468" y="134867"/>
                  <a:pt x="67434" y="131833"/>
                  <a:pt x="67434" y="128124"/>
                </a:cubicBezTo>
                <a:lnTo>
                  <a:pt x="67434" y="101150"/>
                </a:lnTo>
                <a:cubicBezTo>
                  <a:pt x="67434" y="97442"/>
                  <a:pt x="70468" y="94407"/>
                  <a:pt x="74177" y="94407"/>
                </a:cubicBezTo>
                <a:cubicBezTo>
                  <a:pt x="107683" y="94407"/>
                  <a:pt x="134867" y="121591"/>
                  <a:pt x="134867" y="155097"/>
                </a:cubicBezTo>
                <a:cubicBezTo>
                  <a:pt x="134867" y="188603"/>
                  <a:pt x="107683" y="215788"/>
                  <a:pt x="74177" y="215788"/>
                </a:cubicBezTo>
                <a:cubicBezTo>
                  <a:pt x="40671" y="215788"/>
                  <a:pt x="13487" y="188603"/>
                  <a:pt x="13487" y="155097"/>
                </a:cubicBezTo>
                <a:lnTo>
                  <a:pt x="13487" y="60690"/>
                </a:lnTo>
                <a:cubicBezTo>
                  <a:pt x="13487" y="49522"/>
                  <a:pt x="22548" y="40460"/>
                  <a:pt x="33717" y="40460"/>
                </a:cubicBezTo>
                <a:close/>
                <a:moveTo>
                  <a:pt x="104522" y="40460"/>
                </a:moveTo>
                <a:cubicBezTo>
                  <a:pt x="143634" y="40460"/>
                  <a:pt x="175327" y="72154"/>
                  <a:pt x="175327" y="111265"/>
                </a:cubicBezTo>
                <a:cubicBezTo>
                  <a:pt x="175327" y="116871"/>
                  <a:pt x="170818" y="121381"/>
                  <a:pt x="165212" y="121381"/>
                </a:cubicBezTo>
                <a:cubicBezTo>
                  <a:pt x="159607" y="121381"/>
                  <a:pt x="155097" y="116871"/>
                  <a:pt x="155097" y="111265"/>
                </a:cubicBezTo>
                <a:cubicBezTo>
                  <a:pt x="155097" y="83323"/>
                  <a:pt x="132465" y="60690"/>
                  <a:pt x="104522" y="60690"/>
                </a:cubicBezTo>
                <a:cubicBezTo>
                  <a:pt x="98917" y="60690"/>
                  <a:pt x="94407" y="56181"/>
                  <a:pt x="94407" y="50575"/>
                </a:cubicBezTo>
                <a:cubicBezTo>
                  <a:pt x="94407" y="44970"/>
                  <a:pt x="98917" y="40460"/>
                  <a:pt x="104522" y="4046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785" y="3224829"/>
            <a:ext cx="171731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 Posts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776" y="3548510"/>
            <a:ext cx="1699327" cy="611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91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insights, buying guides, neighborhood spotlights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36682" y="2394643"/>
            <a:ext cx="2002030" cy="1948083"/>
          </a:xfrm>
          <a:custGeom>
            <a:avLst/>
            <a:gdLst/>
            <a:ahLst/>
            <a:cxnLst/>
            <a:rect l="l" t="t" r="r" b="b"/>
            <a:pathLst>
              <a:path w="2002030" h="1948083">
                <a:moveTo>
                  <a:pt x="107885" y="0"/>
                </a:moveTo>
                <a:lnTo>
                  <a:pt x="1894145" y="0"/>
                </a:lnTo>
                <a:cubicBezTo>
                  <a:pt x="1953728" y="0"/>
                  <a:pt x="2002030" y="48302"/>
                  <a:pt x="2002030" y="107885"/>
                </a:cubicBezTo>
                <a:lnTo>
                  <a:pt x="2002030" y="1840198"/>
                </a:lnTo>
                <a:cubicBezTo>
                  <a:pt x="2002030" y="1899781"/>
                  <a:pt x="1953728" y="1948083"/>
                  <a:pt x="1894145" y="1948083"/>
                </a:cubicBezTo>
                <a:lnTo>
                  <a:pt x="107885" y="1948083"/>
                </a:lnTo>
                <a:cubicBezTo>
                  <a:pt x="48302" y="1948083"/>
                  <a:pt x="0" y="1899781"/>
                  <a:pt x="0" y="1840198"/>
                </a:cubicBezTo>
                <a:lnTo>
                  <a:pt x="0" y="107885"/>
                </a:lnTo>
                <a:cubicBezTo>
                  <a:pt x="0" y="48342"/>
                  <a:pt x="48342" y="0"/>
                  <a:pt x="107885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31" y="2577466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16503" y="2721324"/>
            <a:ext cx="242761" cy="215788"/>
          </a:xfrm>
          <a:custGeom>
            <a:avLst/>
            <a:gdLst/>
            <a:ahLst/>
            <a:cxnLst/>
            <a:rect l="l" t="t" r="r" b="b"/>
            <a:pathLst>
              <a:path w="242761" h="215788">
                <a:moveTo>
                  <a:pt x="40460" y="26973"/>
                </a:moveTo>
                <a:cubicBezTo>
                  <a:pt x="25583" y="26973"/>
                  <a:pt x="13487" y="39069"/>
                  <a:pt x="13487" y="53947"/>
                </a:cubicBezTo>
                <a:lnTo>
                  <a:pt x="13487" y="161841"/>
                </a:lnTo>
                <a:cubicBezTo>
                  <a:pt x="13487" y="176718"/>
                  <a:pt x="25583" y="188814"/>
                  <a:pt x="40460" y="188814"/>
                </a:cubicBezTo>
                <a:lnTo>
                  <a:pt x="148354" y="188814"/>
                </a:lnTo>
                <a:cubicBezTo>
                  <a:pt x="163232" y="188814"/>
                  <a:pt x="175327" y="176718"/>
                  <a:pt x="175327" y="161841"/>
                </a:cubicBezTo>
                <a:lnTo>
                  <a:pt x="175327" y="53947"/>
                </a:lnTo>
                <a:cubicBezTo>
                  <a:pt x="175327" y="39069"/>
                  <a:pt x="163232" y="26973"/>
                  <a:pt x="148354" y="26973"/>
                </a:cubicBezTo>
                <a:lnTo>
                  <a:pt x="40460" y="26973"/>
                </a:lnTo>
                <a:close/>
                <a:moveTo>
                  <a:pt x="195558" y="141611"/>
                </a:moveTo>
                <a:lnTo>
                  <a:pt x="226535" y="166392"/>
                </a:lnTo>
                <a:cubicBezTo>
                  <a:pt x="228305" y="167825"/>
                  <a:pt x="230497" y="168584"/>
                  <a:pt x="232772" y="168584"/>
                </a:cubicBezTo>
                <a:cubicBezTo>
                  <a:pt x="238294" y="168584"/>
                  <a:pt x="242761" y="164117"/>
                  <a:pt x="242761" y="158595"/>
                </a:cubicBezTo>
                <a:lnTo>
                  <a:pt x="242761" y="57192"/>
                </a:lnTo>
                <a:cubicBezTo>
                  <a:pt x="242761" y="51671"/>
                  <a:pt x="238294" y="47204"/>
                  <a:pt x="232772" y="47204"/>
                </a:cubicBezTo>
                <a:cubicBezTo>
                  <a:pt x="230497" y="47204"/>
                  <a:pt x="228305" y="47962"/>
                  <a:pt x="226535" y="49395"/>
                </a:cubicBezTo>
                <a:lnTo>
                  <a:pt x="195558" y="74177"/>
                </a:lnTo>
                <a:lnTo>
                  <a:pt x="195558" y="14161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2879041" y="3224829"/>
            <a:ext cx="171731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Videos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88033" y="3548510"/>
            <a:ext cx="1699327" cy="41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91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tours, tips, market updates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8938" y="2394643"/>
            <a:ext cx="2002030" cy="1948083"/>
          </a:xfrm>
          <a:custGeom>
            <a:avLst/>
            <a:gdLst/>
            <a:ahLst/>
            <a:cxnLst/>
            <a:rect l="l" t="t" r="r" b="b"/>
            <a:pathLst>
              <a:path w="2002030" h="1948083">
                <a:moveTo>
                  <a:pt x="107885" y="0"/>
                </a:moveTo>
                <a:lnTo>
                  <a:pt x="1894145" y="0"/>
                </a:lnTo>
                <a:cubicBezTo>
                  <a:pt x="1953728" y="0"/>
                  <a:pt x="2002030" y="48302"/>
                  <a:pt x="2002030" y="107885"/>
                </a:cubicBezTo>
                <a:lnTo>
                  <a:pt x="2002030" y="1840198"/>
                </a:lnTo>
                <a:cubicBezTo>
                  <a:pt x="2002030" y="1899781"/>
                  <a:pt x="1953728" y="1948083"/>
                  <a:pt x="1894145" y="1948083"/>
                </a:cubicBezTo>
                <a:lnTo>
                  <a:pt x="107885" y="1948083"/>
                </a:lnTo>
                <a:cubicBezTo>
                  <a:pt x="48302" y="1948083"/>
                  <a:pt x="0" y="1899781"/>
                  <a:pt x="0" y="1840198"/>
                </a:cubicBezTo>
                <a:lnTo>
                  <a:pt x="0" y="107885"/>
                </a:lnTo>
                <a:cubicBezTo>
                  <a:pt x="0" y="48342"/>
                  <a:pt x="48342" y="0"/>
                  <a:pt x="107885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38388" y="2577466"/>
            <a:ext cx="503504" cy="503504"/>
          </a:xfrm>
          <a:custGeom>
            <a:avLst/>
            <a:gdLst/>
            <a:ahLst/>
            <a:cxnLst/>
            <a:rect l="l" t="t" r="r" b="b"/>
            <a:pathLst>
              <a:path w="503504" h="503504">
                <a:moveTo>
                  <a:pt x="107896" y="0"/>
                </a:moveTo>
                <a:lnTo>
                  <a:pt x="395608" y="0"/>
                </a:lnTo>
                <a:cubicBezTo>
                  <a:pt x="455158" y="0"/>
                  <a:pt x="503504" y="48347"/>
                  <a:pt x="503504" y="107896"/>
                </a:cubicBezTo>
                <a:lnTo>
                  <a:pt x="503504" y="395608"/>
                </a:lnTo>
                <a:cubicBezTo>
                  <a:pt x="503504" y="455158"/>
                  <a:pt x="455158" y="503504"/>
                  <a:pt x="395608" y="503504"/>
                </a:cubicBezTo>
                <a:lnTo>
                  <a:pt x="107896" y="503504"/>
                </a:lnTo>
                <a:cubicBezTo>
                  <a:pt x="48347" y="503504"/>
                  <a:pt x="0" y="455158"/>
                  <a:pt x="0" y="395608"/>
                </a:cubicBezTo>
                <a:lnTo>
                  <a:pt x="0" y="107896"/>
                </a:lnTo>
                <a:cubicBezTo>
                  <a:pt x="0" y="48347"/>
                  <a:pt x="48347" y="0"/>
                  <a:pt x="10789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782246" y="2721324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3487" y="13487"/>
                </a:moveTo>
                <a:cubicBezTo>
                  <a:pt x="20947" y="13487"/>
                  <a:pt x="26973" y="19514"/>
                  <a:pt x="26973" y="26973"/>
                </a:cubicBezTo>
                <a:lnTo>
                  <a:pt x="26973" y="168584"/>
                </a:lnTo>
                <a:cubicBezTo>
                  <a:pt x="26973" y="172293"/>
                  <a:pt x="30008" y="175327"/>
                  <a:pt x="33717" y="175327"/>
                </a:cubicBezTo>
                <a:lnTo>
                  <a:pt x="202301" y="175327"/>
                </a:lnTo>
                <a:cubicBezTo>
                  <a:pt x="209761" y="175327"/>
                  <a:pt x="215788" y="181354"/>
                  <a:pt x="215788" y="188814"/>
                </a:cubicBezTo>
                <a:cubicBezTo>
                  <a:pt x="215788" y="196274"/>
                  <a:pt x="209761" y="202301"/>
                  <a:pt x="202301" y="202301"/>
                </a:cubicBezTo>
                <a:lnTo>
                  <a:pt x="33717" y="202301"/>
                </a:lnTo>
                <a:cubicBezTo>
                  <a:pt x="15088" y="202301"/>
                  <a:pt x="0" y="187213"/>
                  <a:pt x="0" y="168584"/>
                </a:cubicBezTo>
                <a:lnTo>
                  <a:pt x="0" y="26973"/>
                </a:lnTo>
                <a:cubicBezTo>
                  <a:pt x="0" y="19514"/>
                  <a:pt x="6027" y="13487"/>
                  <a:pt x="13487" y="13487"/>
                </a:cubicBezTo>
                <a:close/>
                <a:moveTo>
                  <a:pt x="101150" y="40460"/>
                </a:moveTo>
                <a:cubicBezTo>
                  <a:pt x="103974" y="40460"/>
                  <a:pt x="106672" y="41640"/>
                  <a:pt x="108610" y="43748"/>
                </a:cubicBezTo>
                <a:lnTo>
                  <a:pt x="138576" y="76411"/>
                </a:lnTo>
                <a:lnTo>
                  <a:pt x="158048" y="56897"/>
                </a:lnTo>
                <a:cubicBezTo>
                  <a:pt x="162009" y="52935"/>
                  <a:pt x="168415" y="52935"/>
                  <a:pt x="172335" y="56897"/>
                </a:cubicBezTo>
                <a:lnTo>
                  <a:pt x="199309" y="83871"/>
                </a:lnTo>
                <a:cubicBezTo>
                  <a:pt x="201205" y="85767"/>
                  <a:pt x="202259" y="88338"/>
                  <a:pt x="202259" y="91035"/>
                </a:cubicBezTo>
                <a:lnTo>
                  <a:pt x="202259" y="138239"/>
                </a:lnTo>
                <a:cubicBezTo>
                  <a:pt x="202259" y="143844"/>
                  <a:pt x="197749" y="148354"/>
                  <a:pt x="192144" y="148354"/>
                </a:cubicBezTo>
                <a:lnTo>
                  <a:pt x="64020" y="148354"/>
                </a:lnTo>
                <a:cubicBezTo>
                  <a:pt x="58414" y="148354"/>
                  <a:pt x="53905" y="143844"/>
                  <a:pt x="53905" y="138239"/>
                </a:cubicBezTo>
                <a:lnTo>
                  <a:pt x="53905" y="91035"/>
                </a:lnTo>
                <a:cubicBezTo>
                  <a:pt x="53905" y="88507"/>
                  <a:pt x="54874" y="86062"/>
                  <a:pt x="56560" y="84208"/>
                </a:cubicBezTo>
                <a:lnTo>
                  <a:pt x="93648" y="43748"/>
                </a:lnTo>
                <a:cubicBezTo>
                  <a:pt x="95545" y="41640"/>
                  <a:pt x="98285" y="40460"/>
                  <a:pt x="101108" y="4046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031298" y="3224829"/>
            <a:ext cx="171731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Updates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40289" y="3548510"/>
            <a:ext cx="1699327" cy="41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91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trends, investment opportunities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2643" y="5024555"/>
            <a:ext cx="6749357" cy="1831198"/>
          </a:xfrm>
          <a:custGeom>
            <a:avLst/>
            <a:gdLst/>
            <a:ahLst/>
            <a:cxnLst/>
            <a:rect l="l" t="t" r="r" b="b"/>
            <a:pathLst>
              <a:path w="6749357" h="1831198">
                <a:moveTo>
                  <a:pt x="107894" y="0"/>
                </a:moveTo>
                <a:lnTo>
                  <a:pt x="6641463" y="0"/>
                </a:lnTo>
                <a:cubicBezTo>
                  <a:pt x="6701051" y="0"/>
                  <a:pt x="6749357" y="48306"/>
                  <a:pt x="6749357" y="107894"/>
                </a:cubicBezTo>
                <a:lnTo>
                  <a:pt x="6749357" y="1723303"/>
                </a:lnTo>
                <a:cubicBezTo>
                  <a:pt x="6749357" y="1782892"/>
                  <a:pt x="6701051" y="1831198"/>
                  <a:pt x="6641463" y="1831198"/>
                </a:cubicBezTo>
                <a:lnTo>
                  <a:pt x="107894" y="1831198"/>
                </a:lnTo>
                <a:cubicBezTo>
                  <a:pt x="48306" y="1831198"/>
                  <a:pt x="0" y="1782892"/>
                  <a:pt x="0" y="1723303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84" y="5279307"/>
            <a:ext cx="134867" cy="179823"/>
          </a:xfrm>
          <a:custGeom>
            <a:avLst/>
            <a:gdLst/>
            <a:ahLst/>
            <a:cxnLst/>
            <a:rect l="l" t="t" r="r" b="b"/>
            <a:pathLst>
              <a:path w="134867" h="179823">
                <a:moveTo>
                  <a:pt x="102871" y="134867"/>
                </a:moveTo>
                <a:cubicBezTo>
                  <a:pt x="105435" y="127035"/>
                  <a:pt x="110563" y="119941"/>
                  <a:pt x="116358" y="113829"/>
                </a:cubicBezTo>
                <a:cubicBezTo>
                  <a:pt x="127843" y="101748"/>
                  <a:pt x="134867" y="85416"/>
                  <a:pt x="134867" y="67434"/>
                </a:cubicBezTo>
                <a:cubicBezTo>
                  <a:pt x="134867" y="30205"/>
                  <a:pt x="104663" y="0"/>
                  <a:pt x="67434" y="0"/>
                </a:cubicBezTo>
                <a:cubicBezTo>
                  <a:pt x="30205" y="0"/>
                  <a:pt x="0" y="30205"/>
                  <a:pt x="0" y="67434"/>
                </a:cubicBezTo>
                <a:cubicBezTo>
                  <a:pt x="0" y="85416"/>
                  <a:pt x="7024" y="101748"/>
                  <a:pt x="18509" y="113829"/>
                </a:cubicBezTo>
                <a:cubicBezTo>
                  <a:pt x="24304" y="119941"/>
                  <a:pt x="29467" y="127035"/>
                  <a:pt x="31996" y="134867"/>
                </a:cubicBezTo>
                <a:lnTo>
                  <a:pt x="102836" y="134867"/>
                </a:lnTo>
                <a:close/>
                <a:moveTo>
                  <a:pt x="101150" y="151726"/>
                </a:moveTo>
                <a:lnTo>
                  <a:pt x="33717" y="151726"/>
                </a:lnTo>
                <a:lnTo>
                  <a:pt x="33717" y="157345"/>
                </a:lnTo>
                <a:cubicBezTo>
                  <a:pt x="33717" y="172869"/>
                  <a:pt x="46290" y="185442"/>
                  <a:pt x="61814" y="185442"/>
                </a:cubicBezTo>
                <a:lnTo>
                  <a:pt x="73053" y="185442"/>
                </a:lnTo>
                <a:cubicBezTo>
                  <a:pt x="88577" y="185442"/>
                  <a:pt x="101150" y="172869"/>
                  <a:pt x="101150" y="157345"/>
                </a:cubicBezTo>
                <a:lnTo>
                  <a:pt x="101150" y="151726"/>
                </a:lnTo>
                <a:close/>
                <a:moveTo>
                  <a:pt x="64624" y="39336"/>
                </a:moveTo>
                <a:cubicBezTo>
                  <a:pt x="50645" y="39336"/>
                  <a:pt x="39336" y="50645"/>
                  <a:pt x="39336" y="64624"/>
                </a:cubicBezTo>
                <a:cubicBezTo>
                  <a:pt x="39336" y="69295"/>
                  <a:pt x="35578" y="73053"/>
                  <a:pt x="30907" y="73053"/>
                </a:cubicBezTo>
                <a:cubicBezTo>
                  <a:pt x="26236" y="73053"/>
                  <a:pt x="22478" y="69295"/>
                  <a:pt x="22478" y="64624"/>
                </a:cubicBezTo>
                <a:cubicBezTo>
                  <a:pt x="22478" y="41338"/>
                  <a:pt x="41338" y="22478"/>
                  <a:pt x="64624" y="22478"/>
                </a:cubicBezTo>
                <a:cubicBezTo>
                  <a:pt x="69295" y="22478"/>
                  <a:pt x="73053" y="26236"/>
                  <a:pt x="73053" y="30907"/>
                </a:cubicBezTo>
                <a:cubicBezTo>
                  <a:pt x="73053" y="35578"/>
                  <a:pt x="69295" y="39336"/>
                  <a:pt x="64624" y="393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6207" y="5243342"/>
            <a:ext cx="617692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Ideas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4425" y="5641950"/>
            <a:ext cx="3098950" cy="437569"/>
          </a:xfrm>
          <a:custGeom>
            <a:avLst/>
            <a:gdLst/>
            <a:ahLst/>
            <a:cxnLst/>
            <a:rect l="l" t="t" r="r" b="b"/>
            <a:pathLst>
              <a:path w="3098950" h="437569">
                <a:moveTo>
                  <a:pt x="71928" y="0"/>
                </a:moveTo>
                <a:lnTo>
                  <a:pt x="3027022" y="0"/>
                </a:lnTo>
                <a:cubicBezTo>
                  <a:pt x="3066747" y="0"/>
                  <a:pt x="3098950" y="32203"/>
                  <a:pt x="3098950" y="71928"/>
                </a:cubicBezTo>
                <a:lnTo>
                  <a:pt x="3098950" y="365642"/>
                </a:lnTo>
                <a:cubicBezTo>
                  <a:pt x="3098950" y="405366"/>
                  <a:pt x="3066747" y="437569"/>
                  <a:pt x="3027022" y="437569"/>
                </a:cubicBezTo>
                <a:lnTo>
                  <a:pt x="71928" y="437569"/>
                </a:lnTo>
                <a:cubicBezTo>
                  <a:pt x="32230" y="437569"/>
                  <a:pt x="0" y="405340"/>
                  <a:pt x="0" y="365642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289" y="5788808"/>
            <a:ext cx="125876" cy="143858"/>
          </a:xfrm>
          <a:custGeom>
            <a:avLst/>
            <a:gdLst/>
            <a:ahLst/>
            <a:cxnLst/>
            <a:rect l="l" t="t" r="r" b="b"/>
            <a:pathLst>
              <a:path w="125876" h="143858">
                <a:moveTo>
                  <a:pt x="122167" y="19696"/>
                </a:moveTo>
                <a:cubicBezTo>
                  <a:pt x="126185" y="22618"/>
                  <a:pt x="127084" y="28238"/>
                  <a:pt x="124162" y="32256"/>
                </a:cubicBezTo>
                <a:lnTo>
                  <a:pt x="52233" y="131158"/>
                </a:lnTo>
                <a:cubicBezTo>
                  <a:pt x="50688" y="133294"/>
                  <a:pt x="48299" y="134614"/>
                  <a:pt x="45658" y="134839"/>
                </a:cubicBezTo>
                <a:cubicBezTo>
                  <a:pt x="43017" y="135064"/>
                  <a:pt x="40460" y="134081"/>
                  <a:pt x="38606" y="132226"/>
                </a:cubicBezTo>
                <a:lnTo>
                  <a:pt x="2641" y="96262"/>
                </a:lnTo>
                <a:cubicBezTo>
                  <a:pt x="-871" y="92749"/>
                  <a:pt x="-871" y="87046"/>
                  <a:pt x="2641" y="83533"/>
                </a:cubicBezTo>
                <a:cubicBezTo>
                  <a:pt x="6153" y="80021"/>
                  <a:pt x="11857" y="80021"/>
                  <a:pt x="15369" y="83533"/>
                </a:cubicBezTo>
                <a:lnTo>
                  <a:pt x="43888" y="112052"/>
                </a:lnTo>
                <a:lnTo>
                  <a:pt x="109636" y="21663"/>
                </a:lnTo>
                <a:cubicBezTo>
                  <a:pt x="112558" y="17645"/>
                  <a:pt x="118177" y="16746"/>
                  <a:pt x="122195" y="196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983032" y="5752844"/>
            <a:ext cx="229274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"5 Tips for First-Time Home Buyers"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94828" y="5641950"/>
            <a:ext cx="3098950" cy="437569"/>
          </a:xfrm>
          <a:custGeom>
            <a:avLst/>
            <a:gdLst/>
            <a:ahLst/>
            <a:cxnLst/>
            <a:rect l="l" t="t" r="r" b="b"/>
            <a:pathLst>
              <a:path w="3098950" h="437569">
                <a:moveTo>
                  <a:pt x="71928" y="0"/>
                </a:moveTo>
                <a:lnTo>
                  <a:pt x="3027022" y="0"/>
                </a:lnTo>
                <a:cubicBezTo>
                  <a:pt x="3066747" y="0"/>
                  <a:pt x="3098950" y="32203"/>
                  <a:pt x="3098950" y="71928"/>
                </a:cubicBezTo>
                <a:lnTo>
                  <a:pt x="3098950" y="365642"/>
                </a:lnTo>
                <a:cubicBezTo>
                  <a:pt x="3098950" y="405366"/>
                  <a:pt x="3066747" y="437569"/>
                  <a:pt x="3027022" y="437569"/>
                </a:cubicBezTo>
                <a:lnTo>
                  <a:pt x="71928" y="437569"/>
                </a:lnTo>
                <a:cubicBezTo>
                  <a:pt x="32230" y="437569"/>
                  <a:pt x="0" y="405340"/>
                  <a:pt x="0" y="365642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2692" y="5788808"/>
            <a:ext cx="125876" cy="143858"/>
          </a:xfrm>
          <a:custGeom>
            <a:avLst/>
            <a:gdLst/>
            <a:ahLst/>
            <a:cxnLst/>
            <a:rect l="l" t="t" r="r" b="b"/>
            <a:pathLst>
              <a:path w="125876" h="143858">
                <a:moveTo>
                  <a:pt x="122167" y="19696"/>
                </a:moveTo>
                <a:cubicBezTo>
                  <a:pt x="126185" y="22618"/>
                  <a:pt x="127084" y="28238"/>
                  <a:pt x="124162" y="32256"/>
                </a:cubicBezTo>
                <a:lnTo>
                  <a:pt x="52233" y="131158"/>
                </a:lnTo>
                <a:cubicBezTo>
                  <a:pt x="50688" y="133294"/>
                  <a:pt x="48299" y="134614"/>
                  <a:pt x="45658" y="134839"/>
                </a:cubicBezTo>
                <a:cubicBezTo>
                  <a:pt x="43017" y="135064"/>
                  <a:pt x="40460" y="134081"/>
                  <a:pt x="38606" y="132226"/>
                </a:cubicBezTo>
                <a:lnTo>
                  <a:pt x="2641" y="96262"/>
                </a:lnTo>
                <a:cubicBezTo>
                  <a:pt x="-871" y="92749"/>
                  <a:pt x="-871" y="87046"/>
                  <a:pt x="2641" y="83533"/>
                </a:cubicBezTo>
                <a:cubicBezTo>
                  <a:pt x="6153" y="80021"/>
                  <a:pt x="11857" y="80021"/>
                  <a:pt x="15369" y="83533"/>
                </a:cubicBezTo>
                <a:lnTo>
                  <a:pt x="43888" y="112052"/>
                </a:lnTo>
                <a:lnTo>
                  <a:pt x="109636" y="21663"/>
                </a:lnTo>
                <a:cubicBezTo>
                  <a:pt x="112558" y="17645"/>
                  <a:pt x="118177" y="16746"/>
                  <a:pt x="122195" y="196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193435" y="5752844"/>
            <a:ext cx="196906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"Best Neighborhoods in Lagos"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4425" y="6193404"/>
            <a:ext cx="3098950" cy="437569"/>
          </a:xfrm>
          <a:custGeom>
            <a:avLst/>
            <a:gdLst/>
            <a:ahLst/>
            <a:cxnLst/>
            <a:rect l="l" t="t" r="r" b="b"/>
            <a:pathLst>
              <a:path w="3098950" h="437569">
                <a:moveTo>
                  <a:pt x="71928" y="0"/>
                </a:moveTo>
                <a:lnTo>
                  <a:pt x="3027022" y="0"/>
                </a:lnTo>
                <a:cubicBezTo>
                  <a:pt x="3066747" y="0"/>
                  <a:pt x="3098950" y="32203"/>
                  <a:pt x="3098950" y="71928"/>
                </a:cubicBezTo>
                <a:lnTo>
                  <a:pt x="3098950" y="365642"/>
                </a:lnTo>
                <a:cubicBezTo>
                  <a:pt x="3098950" y="405366"/>
                  <a:pt x="3066747" y="437569"/>
                  <a:pt x="3027022" y="437569"/>
                </a:cubicBezTo>
                <a:lnTo>
                  <a:pt x="71928" y="437569"/>
                </a:lnTo>
                <a:cubicBezTo>
                  <a:pt x="32230" y="437569"/>
                  <a:pt x="0" y="405340"/>
                  <a:pt x="0" y="365642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289" y="6340263"/>
            <a:ext cx="125876" cy="143858"/>
          </a:xfrm>
          <a:custGeom>
            <a:avLst/>
            <a:gdLst/>
            <a:ahLst/>
            <a:cxnLst/>
            <a:rect l="l" t="t" r="r" b="b"/>
            <a:pathLst>
              <a:path w="125876" h="143858">
                <a:moveTo>
                  <a:pt x="122167" y="19696"/>
                </a:moveTo>
                <a:cubicBezTo>
                  <a:pt x="126185" y="22618"/>
                  <a:pt x="127084" y="28238"/>
                  <a:pt x="124162" y="32256"/>
                </a:cubicBezTo>
                <a:lnTo>
                  <a:pt x="52233" y="131158"/>
                </a:lnTo>
                <a:cubicBezTo>
                  <a:pt x="50688" y="133294"/>
                  <a:pt x="48299" y="134614"/>
                  <a:pt x="45658" y="134839"/>
                </a:cubicBezTo>
                <a:cubicBezTo>
                  <a:pt x="43017" y="135064"/>
                  <a:pt x="40460" y="134081"/>
                  <a:pt x="38606" y="132226"/>
                </a:cubicBezTo>
                <a:lnTo>
                  <a:pt x="2641" y="96262"/>
                </a:lnTo>
                <a:cubicBezTo>
                  <a:pt x="-871" y="92749"/>
                  <a:pt x="-871" y="87046"/>
                  <a:pt x="2641" y="83533"/>
                </a:cubicBezTo>
                <a:cubicBezTo>
                  <a:pt x="6153" y="80021"/>
                  <a:pt x="11857" y="80021"/>
                  <a:pt x="15369" y="83533"/>
                </a:cubicBezTo>
                <a:lnTo>
                  <a:pt x="43888" y="112052"/>
                </a:lnTo>
                <a:lnTo>
                  <a:pt x="109636" y="21663"/>
                </a:lnTo>
                <a:cubicBezTo>
                  <a:pt x="112558" y="17645"/>
                  <a:pt x="118177" y="16746"/>
                  <a:pt x="122195" y="196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983032" y="6304298"/>
            <a:ext cx="2112920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"Investment Opportunities 2026"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94828" y="6193404"/>
            <a:ext cx="3098950" cy="437569"/>
          </a:xfrm>
          <a:custGeom>
            <a:avLst/>
            <a:gdLst/>
            <a:ahLst/>
            <a:cxnLst/>
            <a:rect l="l" t="t" r="r" b="b"/>
            <a:pathLst>
              <a:path w="3098950" h="437569">
                <a:moveTo>
                  <a:pt x="71928" y="0"/>
                </a:moveTo>
                <a:lnTo>
                  <a:pt x="3027022" y="0"/>
                </a:lnTo>
                <a:cubicBezTo>
                  <a:pt x="3066747" y="0"/>
                  <a:pt x="3098950" y="32203"/>
                  <a:pt x="3098950" y="71928"/>
                </a:cubicBezTo>
                <a:lnTo>
                  <a:pt x="3098950" y="365642"/>
                </a:lnTo>
                <a:cubicBezTo>
                  <a:pt x="3098950" y="405366"/>
                  <a:pt x="3066747" y="437569"/>
                  <a:pt x="3027022" y="437569"/>
                </a:cubicBezTo>
                <a:lnTo>
                  <a:pt x="71928" y="437569"/>
                </a:lnTo>
                <a:cubicBezTo>
                  <a:pt x="32230" y="437569"/>
                  <a:pt x="0" y="405340"/>
                  <a:pt x="0" y="365642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2692" y="6340263"/>
            <a:ext cx="125876" cy="143858"/>
          </a:xfrm>
          <a:custGeom>
            <a:avLst/>
            <a:gdLst/>
            <a:ahLst/>
            <a:cxnLst/>
            <a:rect l="l" t="t" r="r" b="b"/>
            <a:pathLst>
              <a:path w="125876" h="143858">
                <a:moveTo>
                  <a:pt x="122167" y="19696"/>
                </a:moveTo>
                <a:cubicBezTo>
                  <a:pt x="126185" y="22618"/>
                  <a:pt x="127084" y="28238"/>
                  <a:pt x="124162" y="32256"/>
                </a:cubicBezTo>
                <a:lnTo>
                  <a:pt x="52233" y="131158"/>
                </a:lnTo>
                <a:cubicBezTo>
                  <a:pt x="50688" y="133294"/>
                  <a:pt x="48299" y="134614"/>
                  <a:pt x="45658" y="134839"/>
                </a:cubicBezTo>
                <a:cubicBezTo>
                  <a:pt x="43017" y="135064"/>
                  <a:pt x="40460" y="134081"/>
                  <a:pt x="38606" y="132226"/>
                </a:cubicBezTo>
                <a:lnTo>
                  <a:pt x="2641" y="96262"/>
                </a:lnTo>
                <a:cubicBezTo>
                  <a:pt x="-871" y="92749"/>
                  <a:pt x="-871" y="87046"/>
                  <a:pt x="2641" y="83533"/>
                </a:cubicBezTo>
                <a:cubicBezTo>
                  <a:pt x="6153" y="80021"/>
                  <a:pt x="11857" y="80021"/>
                  <a:pt x="15369" y="83533"/>
                </a:cubicBezTo>
                <a:lnTo>
                  <a:pt x="43888" y="112052"/>
                </a:lnTo>
                <a:lnTo>
                  <a:pt x="109636" y="21663"/>
                </a:lnTo>
                <a:cubicBezTo>
                  <a:pt x="112558" y="17645"/>
                  <a:pt x="118177" y="16746"/>
                  <a:pt x="122195" y="196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4193435" y="6304298"/>
            <a:ext cx="1987044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"Home Staging Tips for Sellers"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4906" y="1705323"/>
            <a:ext cx="4501569" cy="4132932"/>
          </a:xfrm>
          <a:custGeom>
            <a:avLst/>
            <a:gdLst/>
            <a:ahLst/>
            <a:cxnLst/>
            <a:rect l="l" t="t" r="r" b="b"/>
            <a:pathLst>
              <a:path w="4501569" h="4132932">
                <a:moveTo>
                  <a:pt x="143867" y="0"/>
                </a:moveTo>
                <a:lnTo>
                  <a:pt x="4357702" y="0"/>
                </a:lnTo>
                <a:cubicBezTo>
                  <a:pt x="4437105" y="0"/>
                  <a:pt x="4501569" y="64465"/>
                  <a:pt x="4501569" y="143867"/>
                </a:cubicBezTo>
                <a:lnTo>
                  <a:pt x="4501569" y="3989065"/>
                </a:lnTo>
                <a:cubicBezTo>
                  <a:pt x="4501569" y="4068467"/>
                  <a:pt x="4437105" y="4132932"/>
                  <a:pt x="4357702" y="4132932"/>
                </a:cubicBezTo>
                <a:lnTo>
                  <a:pt x="143867" y="4132932"/>
                </a:lnTo>
                <a:cubicBezTo>
                  <a:pt x="64465" y="4132932"/>
                  <a:pt x="0" y="4068467"/>
                  <a:pt x="0" y="3989065"/>
                </a:cubicBezTo>
                <a:lnTo>
                  <a:pt x="0" y="143867"/>
                </a:lnTo>
                <a:cubicBezTo>
                  <a:pt x="0" y="64465"/>
                  <a:pt x="64465" y="0"/>
                  <a:pt x="14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02028" y="1924106"/>
            <a:ext cx="364142" cy="323681"/>
          </a:xfrm>
          <a:custGeom>
            <a:avLst/>
            <a:gdLst/>
            <a:ahLst/>
            <a:cxnLst/>
            <a:rect l="l" t="t" r="r" b="b"/>
            <a:pathLst>
              <a:path w="364142" h="323681">
                <a:moveTo>
                  <a:pt x="169996" y="53863"/>
                </a:moveTo>
                <a:lnTo>
                  <a:pt x="96283" y="135794"/>
                </a:lnTo>
                <a:cubicBezTo>
                  <a:pt x="93375" y="139019"/>
                  <a:pt x="93501" y="144013"/>
                  <a:pt x="96599" y="147111"/>
                </a:cubicBezTo>
                <a:cubicBezTo>
                  <a:pt x="115880" y="166392"/>
                  <a:pt x="147174" y="166392"/>
                  <a:pt x="166456" y="147111"/>
                </a:cubicBezTo>
                <a:lnTo>
                  <a:pt x="186559" y="127007"/>
                </a:lnTo>
                <a:cubicBezTo>
                  <a:pt x="189215" y="124352"/>
                  <a:pt x="192565" y="122898"/>
                  <a:pt x="195979" y="122645"/>
                </a:cubicBezTo>
                <a:cubicBezTo>
                  <a:pt x="200278" y="122266"/>
                  <a:pt x="204703" y="123720"/>
                  <a:pt x="207991" y="127007"/>
                </a:cubicBezTo>
                <a:lnTo>
                  <a:pt x="319635" y="237704"/>
                </a:lnTo>
                <a:lnTo>
                  <a:pt x="364142" y="202301"/>
                </a:lnTo>
                <a:lnTo>
                  <a:pt x="364142" y="20230"/>
                </a:lnTo>
                <a:lnTo>
                  <a:pt x="293336" y="60690"/>
                </a:lnTo>
                <a:lnTo>
                  <a:pt x="278290" y="50638"/>
                </a:lnTo>
                <a:cubicBezTo>
                  <a:pt x="268302" y="44000"/>
                  <a:pt x="256606" y="40460"/>
                  <a:pt x="244594" y="40460"/>
                </a:cubicBezTo>
                <a:lnTo>
                  <a:pt x="200088" y="40460"/>
                </a:lnTo>
                <a:cubicBezTo>
                  <a:pt x="199393" y="40460"/>
                  <a:pt x="198634" y="40460"/>
                  <a:pt x="197939" y="40523"/>
                </a:cubicBezTo>
                <a:cubicBezTo>
                  <a:pt x="187255" y="41092"/>
                  <a:pt x="177203" y="45897"/>
                  <a:pt x="169996" y="53863"/>
                </a:cubicBezTo>
                <a:close/>
                <a:moveTo>
                  <a:pt x="73713" y="115501"/>
                </a:moveTo>
                <a:lnTo>
                  <a:pt x="141231" y="40460"/>
                </a:lnTo>
                <a:lnTo>
                  <a:pt x="116197" y="40460"/>
                </a:lnTo>
                <a:cubicBezTo>
                  <a:pt x="100076" y="40460"/>
                  <a:pt x="84650" y="46845"/>
                  <a:pt x="73271" y="58225"/>
                </a:cubicBezTo>
                <a:lnTo>
                  <a:pt x="70805" y="60690"/>
                </a:lnTo>
                <a:lnTo>
                  <a:pt x="0" y="20230"/>
                </a:lnTo>
                <a:lnTo>
                  <a:pt x="0" y="202301"/>
                </a:lnTo>
                <a:lnTo>
                  <a:pt x="98875" y="284675"/>
                </a:lnTo>
                <a:cubicBezTo>
                  <a:pt x="113415" y="296813"/>
                  <a:pt x="131748" y="303451"/>
                  <a:pt x="150651" y="303451"/>
                </a:cubicBezTo>
                <a:lnTo>
                  <a:pt x="160576" y="303451"/>
                </a:lnTo>
                <a:lnTo>
                  <a:pt x="156151" y="299026"/>
                </a:lnTo>
                <a:cubicBezTo>
                  <a:pt x="150208" y="293083"/>
                  <a:pt x="150208" y="283474"/>
                  <a:pt x="156151" y="277595"/>
                </a:cubicBezTo>
                <a:cubicBezTo>
                  <a:pt x="162094" y="271715"/>
                  <a:pt x="171703" y="271652"/>
                  <a:pt x="177582" y="277595"/>
                </a:cubicBezTo>
                <a:lnTo>
                  <a:pt x="203502" y="303515"/>
                </a:lnTo>
                <a:lnTo>
                  <a:pt x="209192" y="303515"/>
                </a:lnTo>
                <a:cubicBezTo>
                  <a:pt x="221267" y="303515"/>
                  <a:pt x="233089" y="300796"/>
                  <a:pt x="243836" y="295739"/>
                </a:cubicBezTo>
                <a:lnTo>
                  <a:pt x="226956" y="278796"/>
                </a:lnTo>
                <a:cubicBezTo>
                  <a:pt x="221014" y="272853"/>
                  <a:pt x="221014" y="263244"/>
                  <a:pt x="226956" y="257365"/>
                </a:cubicBezTo>
                <a:cubicBezTo>
                  <a:pt x="232899" y="251485"/>
                  <a:pt x="242508" y="251422"/>
                  <a:pt x="248388" y="257365"/>
                </a:cubicBezTo>
                <a:lnTo>
                  <a:pt x="268618" y="277595"/>
                </a:lnTo>
                <a:lnTo>
                  <a:pt x="279681" y="266531"/>
                </a:lnTo>
                <a:cubicBezTo>
                  <a:pt x="285307" y="260905"/>
                  <a:pt x="286951" y="252750"/>
                  <a:pt x="284486" y="245606"/>
                </a:cubicBezTo>
                <a:lnTo>
                  <a:pt x="197307" y="159122"/>
                </a:lnTo>
                <a:lnTo>
                  <a:pt x="187887" y="168542"/>
                </a:lnTo>
                <a:cubicBezTo>
                  <a:pt x="156720" y="199709"/>
                  <a:pt x="106271" y="199709"/>
                  <a:pt x="75104" y="168542"/>
                </a:cubicBezTo>
                <a:cubicBezTo>
                  <a:pt x="60564" y="154002"/>
                  <a:pt x="59995" y="130674"/>
                  <a:pt x="73713" y="115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7499743" y="2391646"/>
            <a:ext cx="4171894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Trust = More Leads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13230" y="2859186"/>
            <a:ext cx="4144920" cy="53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74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providing valuable content positions you as an authority and builds trust with potential clients.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3690" y="3564991"/>
            <a:ext cx="4064000" cy="431575"/>
          </a:xfrm>
          <a:custGeom>
            <a:avLst/>
            <a:gdLst/>
            <a:ahLst/>
            <a:cxnLst/>
            <a:rect l="l" t="t" r="r" b="b"/>
            <a:pathLst>
              <a:path w="4064000" h="431575">
                <a:moveTo>
                  <a:pt x="71931" y="0"/>
                </a:moveTo>
                <a:lnTo>
                  <a:pt x="3992069" y="0"/>
                </a:lnTo>
                <a:cubicBezTo>
                  <a:pt x="4031796" y="0"/>
                  <a:pt x="4064000" y="32204"/>
                  <a:pt x="4064000" y="71931"/>
                </a:cubicBezTo>
                <a:lnTo>
                  <a:pt x="4064000" y="359645"/>
                </a:lnTo>
                <a:cubicBezTo>
                  <a:pt x="4064000" y="399371"/>
                  <a:pt x="4031796" y="431575"/>
                  <a:pt x="3992069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91919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70575" y="3708850"/>
            <a:ext cx="161841" cy="143858"/>
          </a:xfrm>
          <a:custGeom>
            <a:avLst/>
            <a:gdLst/>
            <a:ahLst/>
            <a:cxnLst/>
            <a:rect l="l" t="t" r="r" b="b"/>
            <a:pathLst>
              <a:path w="161841" h="143858">
                <a:moveTo>
                  <a:pt x="86961" y="-5310"/>
                </a:moveTo>
                <a:cubicBezTo>
                  <a:pt x="85809" y="-7558"/>
                  <a:pt x="83477" y="-8991"/>
                  <a:pt x="80948" y="-8991"/>
                </a:cubicBezTo>
                <a:cubicBezTo>
                  <a:pt x="78420" y="-8991"/>
                  <a:pt x="76088" y="-7558"/>
                  <a:pt x="74936" y="-5310"/>
                </a:cubicBezTo>
                <a:lnTo>
                  <a:pt x="54256" y="35206"/>
                </a:lnTo>
                <a:lnTo>
                  <a:pt x="9328" y="42343"/>
                </a:lnTo>
                <a:cubicBezTo>
                  <a:pt x="6828" y="42736"/>
                  <a:pt x="4748" y="44506"/>
                  <a:pt x="3962" y="46923"/>
                </a:cubicBezTo>
                <a:cubicBezTo>
                  <a:pt x="3175" y="49339"/>
                  <a:pt x="3821" y="51980"/>
                  <a:pt x="5591" y="53778"/>
                </a:cubicBezTo>
                <a:lnTo>
                  <a:pt x="37735" y="85950"/>
                </a:lnTo>
                <a:lnTo>
                  <a:pt x="30654" y="130877"/>
                </a:lnTo>
                <a:cubicBezTo>
                  <a:pt x="30261" y="133378"/>
                  <a:pt x="31300" y="135907"/>
                  <a:pt x="33352" y="137396"/>
                </a:cubicBezTo>
                <a:cubicBezTo>
                  <a:pt x="35403" y="138885"/>
                  <a:pt x="38100" y="139110"/>
                  <a:pt x="40376" y="137958"/>
                </a:cubicBezTo>
                <a:lnTo>
                  <a:pt x="80948" y="117335"/>
                </a:lnTo>
                <a:lnTo>
                  <a:pt x="121493" y="137958"/>
                </a:lnTo>
                <a:cubicBezTo>
                  <a:pt x="123741" y="139110"/>
                  <a:pt x="126466" y="138885"/>
                  <a:pt x="128517" y="137396"/>
                </a:cubicBezTo>
                <a:cubicBezTo>
                  <a:pt x="130568" y="135907"/>
                  <a:pt x="131608" y="133406"/>
                  <a:pt x="131215" y="130877"/>
                </a:cubicBezTo>
                <a:lnTo>
                  <a:pt x="124106" y="85950"/>
                </a:lnTo>
                <a:lnTo>
                  <a:pt x="156249" y="53778"/>
                </a:lnTo>
                <a:cubicBezTo>
                  <a:pt x="158048" y="51980"/>
                  <a:pt x="158666" y="49339"/>
                  <a:pt x="157879" y="46923"/>
                </a:cubicBezTo>
                <a:cubicBezTo>
                  <a:pt x="157092" y="44506"/>
                  <a:pt x="155041" y="42736"/>
                  <a:pt x="152512" y="42343"/>
                </a:cubicBezTo>
                <a:lnTo>
                  <a:pt x="107613" y="35206"/>
                </a:lnTo>
                <a:lnTo>
                  <a:pt x="86961" y="-531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7949301" y="3672885"/>
            <a:ext cx="1366655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Establishes expertise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3690" y="4104460"/>
            <a:ext cx="4064000" cy="431575"/>
          </a:xfrm>
          <a:custGeom>
            <a:avLst/>
            <a:gdLst/>
            <a:ahLst/>
            <a:cxnLst/>
            <a:rect l="l" t="t" r="r" b="b"/>
            <a:pathLst>
              <a:path w="4064000" h="431575">
                <a:moveTo>
                  <a:pt x="71931" y="0"/>
                </a:moveTo>
                <a:lnTo>
                  <a:pt x="3992069" y="0"/>
                </a:lnTo>
                <a:cubicBezTo>
                  <a:pt x="4031796" y="0"/>
                  <a:pt x="4064000" y="32204"/>
                  <a:pt x="4064000" y="71931"/>
                </a:cubicBezTo>
                <a:lnTo>
                  <a:pt x="4064000" y="359645"/>
                </a:lnTo>
                <a:cubicBezTo>
                  <a:pt x="4064000" y="399371"/>
                  <a:pt x="4031796" y="431575"/>
                  <a:pt x="3992069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91919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79566" y="4248319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67715" y="24473"/>
                </a:moveTo>
                <a:lnTo>
                  <a:pt x="71929" y="30289"/>
                </a:lnTo>
                <a:lnTo>
                  <a:pt x="76144" y="24473"/>
                </a:lnTo>
                <a:cubicBezTo>
                  <a:pt x="83168" y="14751"/>
                  <a:pt x="94463" y="8991"/>
                  <a:pt x="106461" y="8991"/>
                </a:cubicBezTo>
                <a:cubicBezTo>
                  <a:pt x="127112" y="8991"/>
                  <a:pt x="143858" y="25737"/>
                  <a:pt x="143858" y="46389"/>
                </a:cubicBezTo>
                <a:lnTo>
                  <a:pt x="143858" y="47119"/>
                </a:lnTo>
                <a:cubicBezTo>
                  <a:pt x="143858" y="78644"/>
                  <a:pt x="104550" y="115255"/>
                  <a:pt x="84039" y="130906"/>
                </a:cubicBezTo>
                <a:cubicBezTo>
                  <a:pt x="80555" y="133547"/>
                  <a:pt x="76284" y="134867"/>
                  <a:pt x="71929" y="134867"/>
                </a:cubicBezTo>
                <a:cubicBezTo>
                  <a:pt x="67574" y="134867"/>
                  <a:pt x="63275" y="133575"/>
                  <a:pt x="59819" y="130906"/>
                </a:cubicBezTo>
                <a:cubicBezTo>
                  <a:pt x="39308" y="115255"/>
                  <a:pt x="0" y="78644"/>
                  <a:pt x="0" y="47119"/>
                </a:cubicBezTo>
                <a:lnTo>
                  <a:pt x="0" y="46389"/>
                </a:lnTo>
                <a:cubicBezTo>
                  <a:pt x="0" y="25737"/>
                  <a:pt x="16746" y="8991"/>
                  <a:pt x="37398" y="8991"/>
                </a:cubicBezTo>
                <a:cubicBezTo>
                  <a:pt x="49395" y="8991"/>
                  <a:pt x="60690" y="14751"/>
                  <a:pt x="67715" y="244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7949301" y="4212354"/>
            <a:ext cx="126775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relationships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53690" y="4643929"/>
            <a:ext cx="4064000" cy="431575"/>
          </a:xfrm>
          <a:custGeom>
            <a:avLst/>
            <a:gdLst/>
            <a:ahLst/>
            <a:cxnLst/>
            <a:rect l="l" t="t" r="r" b="b"/>
            <a:pathLst>
              <a:path w="4064000" h="431575">
                <a:moveTo>
                  <a:pt x="71931" y="0"/>
                </a:moveTo>
                <a:lnTo>
                  <a:pt x="3992069" y="0"/>
                </a:lnTo>
                <a:cubicBezTo>
                  <a:pt x="4031796" y="0"/>
                  <a:pt x="4064000" y="32204"/>
                  <a:pt x="4064000" y="71931"/>
                </a:cubicBezTo>
                <a:lnTo>
                  <a:pt x="4064000" y="359645"/>
                </a:lnTo>
                <a:cubicBezTo>
                  <a:pt x="4064000" y="399371"/>
                  <a:pt x="4031796" y="431575"/>
                  <a:pt x="3992069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91919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61584" y="4787788"/>
            <a:ext cx="179823" cy="143858"/>
          </a:xfrm>
          <a:custGeom>
            <a:avLst/>
            <a:gdLst/>
            <a:ahLst/>
            <a:cxnLst/>
            <a:rect l="l" t="t" r="r" b="b"/>
            <a:pathLst>
              <a:path w="179823" h="143858">
                <a:moveTo>
                  <a:pt x="89912" y="4496"/>
                </a:moveTo>
                <a:cubicBezTo>
                  <a:pt x="106039" y="4496"/>
                  <a:pt x="119133" y="17589"/>
                  <a:pt x="119133" y="33717"/>
                </a:cubicBezTo>
                <a:cubicBezTo>
                  <a:pt x="119133" y="49844"/>
                  <a:pt x="106039" y="62938"/>
                  <a:pt x="89912" y="62938"/>
                </a:cubicBezTo>
                <a:cubicBezTo>
                  <a:pt x="73784" y="62938"/>
                  <a:pt x="60690" y="49844"/>
                  <a:pt x="60690" y="33717"/>
                </a:cubicBezTo>
                <a:cubicBezTo>
                  <a:pt x="60690" y="17589"/>
                  <a:pt x="73784" y="4496"/>
                  <a:pt x="89912" y="4496"/>
                </a:cubicBezTo>
                <a:close/>
                <a:moveTo>
                  <a:pt x="26973" y="24726"/>
                </a:moveTo>
                <a:cubicBezTo>
                  <a:pt x="38139" y="24726"/>
                  <a:pt x="47204" y="33790"/>
                  <a:pt x="47204" y="44956"/>
                </a:cubicBezTo>
                <a:cubicBezTo>
                  <a:pt x="47204" y="56121"/>
                  <a:pt x="38139" y="65186"/>
                  <a:pt x="26973" y="65186"/>
                </a:cubicBezTo>
                <a:cubicBezTo>
                  <a:pt x="15808" y="65186"/>
                  <a:pt x="6743" y="56121"/>
                  <a:pt x="6743" y="44956"/>
                </a:cubicBezTo>
                <a:cubicBezTo>
                  <a:pt x="6743" y="33790"/>
                  <a:pt x="15808" y="24726"/>
                  <a:pt x="26973" y="24726"/>
                </a:cubicBezTo>
                <a:close/>
                <a:moveTo>
                  <a:pt x="0" y="116885"/>
                </a:moveTo>
                <a:cubicBezTo>
                  <a:pt x="0" y="97020"/>
                  <a:pt x="16100" y="80920"/>
                  <a:pt x="35965" y="80920"/>
                </a:cubicBezTo>
                <a:cubicBezTo>
                  <a:pt x="39561" y="80920"/>
                  <a:pt x="43045" y="81454"/>
                  <a:pt x="46333" y="82438"/>
                </a:cubicBezTo>
                <a:cubicBezTo>
                  <a:pt x="37088" y="92777"/>
                  <a:pt x="31469" y="106433"/>
                  <a:pt x="31469" y="121381"/>
                </a:cubicBezTo>
                <a:lnTo>
                  <a:pt x="31469" y="125876"/>
                </a:lnTo>
                <a:cubicBezTo>
                  <a:pt x="31469" y="129079"/>
                  <a:pt x="32143" y="132114"/>
                  <a:pt x="33352" y="134867"/>
                </a:cubicBezTo>
                <a:lnTo>
                  <a:pt x="8991" y="134867"/>
                </a:lnTo>
                <a:cubicBezTo>
                  <a:pt x="4018" y="134867"/>
                  <a:pt x="0" y="130849"/>
                  <a:pt x="0" y="125876"/>
                </a:cubicBezTo>
                <a:lnTo>
                  <a:pt x="0" y="116885"/>
                </a:lnTo>
                <a:close/>
                <a:moveTo>
                  <a:pt x="146471" y="134867"/>
                </a:moveTo>
                <a:cubicBezTo>
                  <a:pt x="147680" y="132114"/>
                  <a:pt x="148354" y="129079"/>
                  <a:pt x="148354" y="125876"/>
                </a:cubicBezTo>
                <a:lnTo>
                  <a:pt x="148354" y="121381"/>
                </a:lnTo>
                <a:cubicBezTo>
                  <a:pt x="148354" y="106433"/>
                  <a:pt x="142735" y="92777"/>
                  <a:pt x="133490" y="82438"/>
                </a:cubicBezTo>
                <a:cubicBezTo>
                  <a:pt x="136778" y="81454"/>
                  <a:pt x="140262" y="80920"/>
                  <a:pt x="143858" y="80920"/>
                </a:cubicBezTo>
                <a:cubicBezTo>
                  <a:pt x="163723" y="80920"/>
                  <a:pt x="179823" y="97020"/>
                  <a:pt x="179823" y="116885"/>
                </a:cubicBezTo>
                <a:lnTo>
                  <a:pt x="179823" y="125876"/>
                </a:lnTo>
                <a:cubicBezTo>
                  <a:pt x="179823" y="130849"/>
                  <a:pt x="175805" y="134867"/>
                  <a:pt x="170832" y="134867"/>
                </a:cubicBezTo>
                <a:lnTo>
                  <a:pt x="146471" y="134867"/>
                </a:lnTo>
                <a:close/>
                <a:moveTo>
                  <a:pt x="132619" y="44956"/>
                </a:moveTo>
                <a:cubicBezTo>
                  <a:pt x="132619" y="33790"/>
                  <a:pt x="141684" y="24726"/>
                  <a:pt x="152850" y="24726"/>
                </a:cubicBezTo>
                <a:cubicBezTo>
                  <a:pt x="164015" y="24726"/>
                  <a:pt x="173080" y="33790"/>
                  <a:pt x="173080" y="44956"/>
                </a:cubicBezTo>
                <a:cubicBezTo>
                  <a:pt x="173080" y="56121"/>
                  <a:pt x="164015" y="65186"/>
                  <a:pt x="152850" y="65186"/>
                </a:cubicBezTo>
                <a:cubicBezTo>
                  <a:pt x="141684" y="65186"/>
                  <a:pt x="132619" y="56121"/>
                  <a:pt x="132619" y="44956"/>
                </a:cubicBezTo>
                <a:close/>
                <a:moveTo>
                  <a:pt x="44956" y="121381"/>
                </a:moveTo>
                <a:cubicBezTo>
                  <a:pt x="44956" y="96542"/>
                  <a:pt x="65073" y="76425"/>
                  <a:pt x="89912" y="76425"/>
                </a:cubicBezTo>
                <a:cubicBezTo>
                  <a:pt x="114750" y="76425"/>
                  <a:pt x="134867" y="96542"/>
                  <a:pt x="134867" y="121381"/>
                </a:cubicBezTo>
                <a:lnTo>
                  <a:pt x="134867" y="125876"/>
                </a:lnTo>
                <a:cubicBezTo>
                  <a:pt x="134867" y="130849"/>
                  <a:pt x="130849" y="134867"/>
                  <a:pt x="125876" y="134867"/>
                </a:cubicBezTo>
                <a:lnTo>
                  <a:pt x="53947" y="134867"/>
                </a:lnTo>
                <a:cubicBezTo>
                  <a:pt x="48974" y="134867"/>
                  <a:pt x="44956" y="130849"/>
                  <a:pt x="44956" y="125876"/>
                </a:cubicBezTo>
                <a:lnTo>
                  <a:pt x="44956" y="1213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7949301" y="4751823"/>
            <a:ext cx="1465558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engagement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53690" y="5183398"/>
            <a:ext cx="4064000" cy="431575"/>
          </a:xfrm>
          <a:custGeom>
            <a:avLst/>
            <a:gdLst/>
            <a:ahLst/>
            <a:cxnLst/>
            <a:rect l="l" t="t" r="r" b="b"/>
            <a:pathLst>
              <a:path w="4064000" h="431575">
                <a:moveTo>
                  <a:pt x="71931" y="0"/>
                </a:moveTo>
                <a:lnTo>
                  <a:pt x="3992069" y="0"/>
                </a:lnTo>
                <a:cubicBezTo>
                  <a:pt x="4031796" y="0"/>
                  <a:pt x="4064000" y="32204"/>
                  <a:pt x="4064000" y="71931"/>
                </a:cubicBezTo>
                <a:lnTo>
                  <a:pt x="4064000" y="359645"/>
                </a:lnTo>
                <a:cubicBezTo>
                  <a:pt x="4064000" y="399371"/>
                  <a:pt x="4031796" y="431575"/>
                  <a:pt x="3992069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91919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79566" y="5327257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17982" y="17982"/>
                </a:moveTo>
                <a:cubicBezTo>
                  <a:pt x="17982" y="13009"/>
                  <a:pt x="13964" y="8991"/>
                  <a:pt x="8991" y="8991"/>
                </a:cubicBezTo>
                <a:cubicBezTo>
                  <a:pt x="4018" y="8991"/>
                  <a:pt x="0" y="13009"/>
                  <a:pt x="0" y="17982"/>
                </a:cubicBezTo>
                <a:lnTo>
                  <a:pt x="0" y="112389"/>
                </a:lnTo>
                <a:cubicBezTo>
                  <a:pt x="0" y="124808"/>
                  <a:pt x="10059" y="134867"/>
                  <a:pt x="22478" y="134867"/>
                </a:cubicBezTo>
                <a:lnTo>
                  <a:pt x="134867" y="134867"/>
                </a:lnTo>
                <a:cubicBezTo>
                  <a:pt x="139840" y="134867"/>
                  <a:pt x="143858" y="130849"/>
                  <a:pt x="143858" y="125876"/>
                </a:cubicBezTo>
                <a:cubicBezTo>
                  <a:pt x="143858" y="120903"/>
                  <a:pt x="139840" y="116885"/>
                  <a:pt x="134867" y="116885"/>
                </a:cubicBezTo>
                <a:lnTo>
                  <a:pt x="22478" y="116885"/>
                </a:lnTo>
                <a:cubicBezTo>
                  <a:pt x="20005" y="116885"/>
                  <a:pt x="17982" y="114862"/>
                  <a:pt x="17982" y="112389"/>
                </a:cubicBezTo>
                <a:lnTo>
                  <a:pt x="17982" y="17982"/>
                </a:lnTo>
                <a:close/>
                <a:moveTo>
                  <a:pt x="132226" y="42315"/>
                </a:moveTo>
                <a:cubicBezTo>
                  <a:pt x="135738" y="38802"/>
                  <a:pt x="135738" y="33099"/>
                  <a:pt x="132226" y="29587"/>
                </a:cubicBezTo>
                <a:cubicBezTo>
                  <a:pt x="128714" y="26074"/>
                  <a:pt x="123010" y="26074"/>
                  <a:pt x="119498" y="29587"/>
                </a:cubicBezTo>
                <a:lnTo>
                  <a:pt x="89912" y="59201"/>
                </a:lnTo>
                <a:lnTo>
                  <a:pt x="73784" y="43101"/>
                </a:lnTo>
                <a:cubicBezTo>
                  <a:pt x="70271" y="39589"/>
                  <a:pt x="64568" y="39589"/>
                  <a:pt x="61056" y="43101"/>
                </a:cubicBezTo>
                <a:lnTo>
                  <a:pt x="34082" y="70075"/>
                </a:lnTo>
                <a:cubicBezTo>
                  <a:pt x="30570" y="73587"/>
                  <a:pt x="30570" y="79291"/>
                  <a:pt x="34082" y="82803"/>
                </a:cubicBezTo>
                <a:cubicBezTo>
                  <a:pt x="37594" y="86315"/>
                  <a:pt x="43298" y="86315"/>
                  <a:pt x="46810" y="82803"/>
                </a:cubicBezTo>
                <a:lnTo>
                  <a:pt x="67434" y="62179"/>
                </a:lnTo>
                <a:lnTo>
                  <a:pt x="83562" y="78307"/>
                </a:lnTo>
                <a:cubicBezTo>
                  <a:pt x="87074" y="81819"/>
                  <a:pt x="92777" y="81819"/>
                  <a:pt x="96290" y="78307"/>
                </a:cubicBezTo>
                <a:lnTo>
                  <a:pt x="132254" y="4234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7949301" y="5291292"/>
            <a:ext cx="1258761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Drives conversions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4906" y="6019578"/>
            <a:ext cx="4501569" cy="833180"/>
          </a:xfrm>
          <a:custGeom>
            <a:avLst/>
            <a:gdLst/>
            <a:ahLst/>
            <a:cxnLst/>
            <a:rect l="l" t="t" r="r" b="b"/>
            <a:pathLst>
              <a:path w="4501569" h="833180">
                <a:moveTo>
                  <a:pt x="107897" y="0"/>
                </a:moveTo>
                <a:lnTo>
                  <a:pt x="4393673" y="0"/>
                </a:lnTo>
                <a:cubicBezTo>
                  <a:pt x="4453262" y="0"/>
                  <a:pt x="4501569" y="48307"/>
                  <a:pt x="4501569" y="107897"/>
                </a:cubicBezTo>
                <a:lnTo>
                  <a:pt x="4501569" y="725283"/>
                </a:lnTo>
                <a:cubicBezTo>
                  <a:pt x="4501569" y="784873"/>
                  <a:pt x="4453262" y="833180"/>
                  <a:pt x="4393673" y="833180"/>
                </a:cubicBezTo>
                <a:lnTo>
                  <a:pt x="107897" y="833180"/>
                </a:lnTo>
                <a:cubicBezTo>
                  <a:pt x="48307" y="833180"/>
                  <a:pt x="0" y="784873"/>
                  <a:pt x="0" y="725283"/>
                </a:cubicBezTo>
                <a:lnTo>
                  <a:pt x="0" y="107897"/>
                </a:lnTo>
                <a:cubicBezTo>
                  <a:pt x="0" y="48307"/>
                  <a:pt x="48307" y="0"/>
                  <a:pt x="107897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70549" y="6301304"/>
            <a:ext cx="236018" cy="269735"/>
          </a:xfrm>
          <a:custGeom>
            <a:avLst/>
            <a:gdLst/>
            <a:ahLst/>
            <a:cxnLst/>
            <a:rect l="l" t="t" r="r" b="b"/>
            <a:pathLst>
              <a:path w="236018" h="269735">
                <a:moveTo>
                  <a:pt x="67434" y="0"/>
                </a:moveTo>
                <a:cubicBezTo>
                  <a:pt x="76758" y="0"/>
                  <a:pt x="84292" y="7534"/>
                  <a:pt x="84292" y="16858"/>
                </a:cubicBezTo>
                <a:lnTo>
                  <a:pt x="84292" y="33717"/>
                </a:lnTo>
                <a:lnTo>
                  <a:pt x="151726" y="33717"/>
                </a:lnTo>
                <a:lnTo>
                  <a:pt x="151726" y="16858"/>
                </a:lnTo>
                <a:cubicBezTo>
                  <a:pt x="151726" y="7534"/>
                  <a:pt x="159259" y="0"/>
                  <a:pt x="168584" y="0"/>
                </a:cubicBezTo>
                <a:cubicBezTo>
                  <a:pt x="177909" y="0"/>
                  <a:pt x="185442" y="7534"/>
                  <a:pt x="185442" y="16858"/>
                </a:cubicBezTo>
                <a:lnTo>
                  <a:pt x="185442" y="33717"/>
                </a:lnTo>
                <a:lnTo>
                  <a:pt x="202301" y="33717"/>
                </a:lnTo>
                <a:cubicBezTo>
                  <a:pt x="220898" y="33717"/>
                  <a:pt x="236018" y="48837"/>
                  <a:pt x="236018" y="67434"/>
                </a:cubicBezTo>
                <a:lnTo>
                  <a:pt x="236018" y="219159"/>
                </a:lnTo>
                <a:cubicBezTo>
                  <a:pt x="236018" y="237756"/>
                  <a:pt x="220898" y="252876"/>
                  <a:pt x="202301" y="252876"/>
                </a:cubicBezTo>
                <a:lnTo>
                  <a:pt x="33717" y="252876"/>
                </a:lnTo>
                <a:cubicBezTo>
                  <a:pt x="15120" y="252876"/>
                  <a:pt x="0" y="237756"/>
                  <a:pt x="0" y="219159"/>
                </a:cubicBezTo>
                <a:lnTo>
                  <a:pt x="0" y="67434"/>
                </a:lnTo>
                <a:cubicBezTo>
                  <a:pt x="0" y="48837"/>
                  <a:pt x="15120" y="33717"/>
                  <a:pt x="33717" y="33717"/>
                </a:cubicBezTo>
                <a:lnTo>
                  <a:pt x="50575" y="33717"/>
                </a:lnTo>
                <a:lnTo>
                  <a:pt x="50575" y="16858"/>
                </a:lnTo>
                <a:cubicBezTo>
                  <a:pt x="50575" y="7534"/>
                  <a:pt x="58109" y="0"/>
                  <a:pt x="67434" y="0"/>
                </a:cubicBezTo>
                <a:close/>
                <a:moveTo>
                  <a:pt x="33717" y="126438"/>
                </a:moveTo>
                <a:lnTo>
                  <a:pt x="33717" y="143296"/>
                </a:lnTo>
                <a:cubicBezTo>
                  <a:pt x="33717" y="147933"/>
                  <a:pt x="37510" y="151726"/>
                  <a:pt x="42146" y="151726"/>
                </a:cubicBezTo>
                <a:lnTo>
                  <a:pt x="59004" y="151726"/>
                </a:lnTo>
                <a:cubicBezTo>
                  <a:pt x="63640" y="151726"/>
                  <a:pt x="67434" y="147933"/>
                  <a:pt x="67434" y="143296"/>
                </a:cubicBezTo>
                <a:lnTo>
                  <a:pt x="67434" y="126438"/>
                </a:lnTo>
                <a:cubicBezTo>
                  <a:pt x="67434" y="121802"/>
                  <a:pt x="63640" y="118009"/>
                  <a:pt x="59004" y="118009"/>
                </a:cubicBezTo>
                <a:lnTo>
                  <a:pt x="42146" y="118009"/>
                </a:lnTo>
                <a:cubicBezTo>
                  <a:pt x="37510" y="118009"/>
                  <a:pt x="33717" y="121802"/>
                  <a:pt x="33717" y="126438"/>
                </a:cubicBezTo>
                <a:close/>
                <a:moveTo>
                  <a:pt x="101150" y="126438"/>
                </a:moveTo>
                <a:lnTo>
                  <a:pt x="101150" y="143296"/>
                </a:lnTo>
                <a:cubicBezTo>
                  <a:pt x="101150" y="147933"/>
                  <a:pt x="104944" y="151726"/>
                  <a:pt x="109580" y="151726"/>
                </a:cubicBezTo>
                <a:lnTo>
                  <a:pt x="126438" y="151726"/>
                </a:lnTo>
                <a:cubicBezTo>
                  <a:pt x="131074" y="151726"/>
                  <a:pt x="134867" y="147933"/>
                  <a:pt x="134867" y="143296"/>
                </a:cubicBezTo>
                <a:lnTo>
                  <a:pt x="134867" y="126438"/>
                </a:lnTo>
                <a:cubicBezTo>
                  <a:pt x="134867" y="121802"/>
                  <a:pt x="131074" y="118009"/>
                  <a:pt x="126438" y="118009"/>
                </a:cubicBezTo>
                <a:lnTo>
                  <a:pt x="109580" y="118009"/>
                </a:lnTo>
                <a:cubicBezTo>
                  <a:pt x="104944" y="118009"/>
                  <a:pt x="101150" y="121802"/>
                  <a:pt x="101150" y="126438"/>
                </a:cubicBezTo>
                <a:close/>
                <a:moveTo>
                  <a:pt x="177013" y="118009"/>
                </a:moveTo>
                <a:cubicBezTo>
                  <a:pt x="172377" y="118009"/>
                  <a:pt x="168584" y="121802"/>
                  <a:pt x="168584" y="126438"/>
                </a:cubicBezTo>
                <a:lnTo>
                  <a:pt x="168584" y="143296"/>
                </a:lnTo>
                <a:cubicBezTo>
                  <a:pt x="168584" y="147933"/>
                  <a:pt x="172377" y="151726"/>
                  <a:pt x="177013" y="151726"/>
                </a:cubicBezTo>
                <a:lnTo>
                  <a:pt x="193872" y="151726"/>
                </a:lnTo>
                <a:cubicBezTo>
                  <a:pt x="198508" y="151726"/>
                  <a:pt x="202301" y="147933"/>
                  <a:pt x="202301" y="143296"/>
                </a:cubicBezTo>
                <a:lnTo>
                  <a:pt x="202301" y="126438"/>
                </a:lnTo>
                <a:cubicBezTo>
                  <a:pt x="202301" y="121802"/>
                  <a:pt x="198508" y="118009"/>
                  <a:pt x="193872" y="118009"/>
                </a:cubicBezTo>
                <a:lnTo>
                  <a:pt x="177013" y="118009"/>
                </a:lnTo>
                <a:close/>
                <a:moveTo>
                  <a:pt x="33717" y="193872"/>
                </a:moveTo>
                <a:lnTo>
                  <a:pt x="33717" y="210730"/>
                </a:lnTo>
                <a:cubicBezTo>
                  <a:pt x="33717" y="215366"/>
                  <a:pt x="37510" y="219159"/>
                  <a:pt x="42146" y="219159"/>
                </a:cubicBezTo>
                <a:lnTo>
                  <a:pt x="59004" y="219159"/>
                </a:lnTo>
                <a:cubicBezTo>
                  <a:pt x="63640" y="219159"/>
                  <a:pt x="67434" y="215366"/>
                  <a:pt x="67434" y="210730"/>
                </a:cubicBezTo>
                <a:lnTo>
                  <a:pt x="67434" y="193872"/>
                </a:lnTo>
                <a:cubicBezTo>
                  <a:pt x="67434" y="189236"/>
                  <a:pt x="63640" y="185442"/>
                  <a:pt x="59004" y="185442"/>
                </a:cubicBezTo>
                <a:lnTo>
                  <a:pt x="42146" y="185442"/>
                </a:lnTo>
                <a:cubicBezTo>
                  <a:pt x="37510" y="185442"/>
                  <a:pt x="33717" y="189236"/>
                  <a:pt x="33717" y="193872"/>
                </a:cubicBezTo>
                <a:close/>
                <a:moveTo>
                  <a:pt x="109580" y="185442"/>
                </a:moveTo>
                <a:cubicBezTo>
                  <a:pt x="104944" y="185442"/>
                  <a:pt x="101150" y="189236"/>
                  <a:pt x="101150" y="193872"/>
                </a:cubicBezTo>
                <a:lnTo>
                  <a:pt x="101150" y="210730"/>
                </a:lnTo>
                <a:cubicBezTo>
                  <a:pt x="101150" y="215366"/>
                  <a:pt x="104944" y="219159"/>
                  <a:pt x="109580" y="219159"/>
                </a:cubicBezTo>
                <a:lnTo>
                  <a:pt x="126438" y="219159"/>
                </a:lnTo>
                <a:cubicBezTo>
                  <a:pt x="131074" y="219159"/>
                  <a:pt x="134867" y="215366"/>
                  <a:pt x="134867" y="210730"/>
                </a:cubicBezTo>
                <a:lnTo>
                  <a:pt x="134867" y="193872"/>
                </a:lnTo>
                <a:cubicBezTo>
                  <a:pt x="134867" y="189236"/>
                  <a:pt x="131074" y="185442"/>
                  <a:pt x="126438" y="185442"/>
                </a:cubicBezTo>
                <a:lnTo>
                  <a:pt x="109580" y="185442"/>
                </a:lnTo>
                <a:close/>
                <a:moveTo>
                  <a:pt x="168584" y="193872"/>
                </a:moveTo>
                <a:lnTo>
                  <a:pt x="168584" y="210730"/>
                </a:lnTo>
                <a:cubicBezTo>
                  <a:pt x="168584" y="215366"/>
                  <a:pt x="172377" y="219159"/>
                  <a:pt x="177013" y="219159"/>
                </a:cubicBezTo>
                <a:lnTo>
                  <a:pt x="193872" y="219159"/>
                </a:lnTo>
                <a:cubicBezTo>
                  <a:pt x="198508" y="219159"/>
                  <a:pt x="202301" y="215366"/>
                  <a:pt x="202301" y="210730"/>
                </a:cubicBezTo>
                <a:lnTo>
                  <a:pt x="202301" y="193872"/>
                </a:lnTo>
                <a:cubicBezTo>
                  <a:pt x="202301" y="189236"/>
                  <a:pt x="198508" y="185442"/>
                  <a:pt x="193872" y="185442"/>
                </a:cubicBezTo>
                <a:lnTo>
                  <a:pt x="177013" y="185442"/>
                </a:lnTo>
                <a:cubicBezTo>
                  <a:pt x="172377" y="185442"/>
                  <a:pt x="168584" y="189236"/>
                  <a:pt x="168584" y="1938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7998752" y="6202401"/>
            <a:ext cx="2787257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 is Key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98752" y="6454153"/>
            <a:ext cx="2778265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 content weekly to stay top-of-mind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8908" y="384175"/>
            <a:ext cx="1092200" cy="349250"/>
          </a:xfrm>
          <a:custGeom>
            <a:avLst/>
            <a:gdLst/>
            <a:ahLst/>
            <a:cxnLst/>
            <a:rect l="l" t="t" r="r" b="b"/>
            <a:pathLst>
              <a:path w="1092200" h="349250">
                <a:moveTo>
                  <a:pt x="174625" y="0"/>
                </a:moveTo>
                <a:lnTo>
                  <a:pt x="917575" y="0"/>
                </a:lnTo>
                <a:cubicBezTo>
                  <a:pt x="1014018" y="0"/>
                  <a:pt x="1092200" y="78182"/>
                  <a:pt x="1092200" y="174625"/>
                </a:cubicBezTo>
                <a:lnTo>
                  <a:pt x="1092200" y="174625"/>
                </a:lnTo>
                <a:cubicBezTo>
                  <a:pt x="1092200" y="271068"/>
                  <a:pt x="1014018" y="349250"/>
                  <a:pt x="917575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1146" y="488956"/>
            <a:ext cx="849709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6700" y="88900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to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375" y="146050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digital tools for lead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958981"/>
            <a:ext cx="2711450" cy="3749675"/>
          </a:xfrm>
          <a:custGeom>
            <a:avLst/>
            <a:gdLst/>
            <a:ahLst/>
            <a:cxnLst/>
            <a:rect l="l" t="t" r="r" b="b"/>
            <a:pathLst>
              <a:path w="2711450" h="3749675">
                <a:moveTo>
                  <a:pt x="152411" y="0"/>
                </a:moveTo>
                <a:lnTo>
                  <a:pt x="2559039" y="0"/>
                </a:lnTo>
                <a:cubicBezTo>
                  <a:pt x="2643213" y="0"/>
                  <a:pt x="2711450" y="68237"/>
                  <a:pt x="2711450" y="152411"/>
                </a:cubicBezTo>
                <a:lnTo>
                  <a:pt x="2711450" y="3597264"/>
                </a:lnTo>
                <a:cubicBezTo>
                  <a:pt x="2711450" y="3681438"/>
                  <a:pt x="2643213" y="3749675"/>
                  <a:pt x="2559039" y="3749675"/>
                </a:cubicBezTo>
                <a:lnTo>
                  <a:pt x="152411" y="3749675"/>
                </a:lnTo>
                <a:cubicBezTo>
                  <a:pt x="68237" y="3749675"/>
                  <a:pt x="0" y="3681438"/>
                  <a:pt x="0" y="35972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3513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1562100" y="23526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8325" y="299085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47813" y="337185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" y="3562350"/>
            <a:ext cx="23241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assistant for content creation, market research, and customer communication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334" y="47847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58838" y="4756156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blog posts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3334" y="50514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858838" y="5022856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ideas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3334" y="53181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58838" y="5289556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Draft responses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89300" y="1958981"/>
            <a:ext cx="2711450" cy="3749675"/>
          </a:xfrm>
          <a:custGeom>
            <a:avLst/>
            <a:gdLst/>
            <a:ahLst/>
            <a:cxnLst/>
            <a:rect l="l" t="t" r="r" b="b"/>
            <a:pathLst>
              <a:path w="2711450" h="3749675">
                <a:moveTo>
                  <a:pt x="152411" y="0"/>
                </a:moveTo>
                <a:lnTo>
                  <a:pt x="2559039" y="0"/>
                </a:lnTo>
                <a:cubicBezTo>
                  <a:pt x="2643213" y="0"/>
                  <a:pt x="2711450" y="68237"/>
                  <a:pt x="2711450" y="152411"/>
                </a:cubicBezTo>
                <a:lnTo>
                  <a:pt x="2711450" y="3597264"/>
                </a:lnTo>
                <a:cubicBezTo>
                  <a:pt x="2711450" y="3681438"/>
                  <a:pt x="2643213" y="3749675"/>
                  <a:pt x="2559039" y="3749675"/>
                </a:cubicBezTo>
                <a:lnTo>
                  <a:pt x="152411" y="3749675"/>
                </a:lnTo>
                <a:cubicBezTo>
                  <a:pt x="68237" y="3749675"/>
                  <a:pt x="0" y="3681438"/>
                  <a:pt x="0" y="35972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638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B7FFF"/>
              </a:gs>
              <a:gs pos="100000">
                <a:srgbClr val="00B8DB"/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502944" y="2352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143377"/>
                  <a:pt x="285750" y="143880"/>
                  <a:pt x="285750" y="144382"/>
                </a:cubicBezTo>
                <a:cubicBezTo>
                  <a:pt x="285527" y="164753"/>
                  <a:pt x="266998" y="178594"/>
                  <a:pt x="246627" y="178594"/>
                </a:cubicBezTo>
                <a:lnTo>
                  <a:pt x="191988" y="178594"/>
                </a:lnTo>
                <a:cubicBezTo>
                  <a:pt x="177198" y="178594"/>
                  <a:pt x="165199" y="190593"/>
                  <a:pt x="165199" y="205383"/>
                </a:cubicBezTo>
                <a:cubicBezTo>
                  <a:pt x="165199" y="207280"/>
                  <a:pt x="165422" y="209122"/>
                  <a:pt x="165757" y="210908"/>
                </a:cubicBezTo>
                <a:cubicBezTo>
                  <a:pt x="166929" y="216601"/>
                  <a:pt x="169385" y="222070"/>
                  <a:pt x="171785" y="227595"/>
                </a:cubicBezTo>
                <a:cubicBezTo>
                  <a:pt x="175189" y="235297"/>
                  <a:pt x="178538" y="242943"/>
                  <a:pt x="178538" y="251036"/>
                </a:cubicBezTo>
                <a:cubicBezTo>
                  <a:pt x="178538" y="268784"/>
                  <a:pt x="166483" y="284913"/>
                  <a:pt x="148735" y="285638"/>
                </a:cubicBezTo>
                <a:cubicBezTo>
                  <a:pt x="146782" y="285694"/>
                  <a:pt x="144828" y="285750"/>
                  <a:pt x="142819" y="285750"/>
                </a:cubicBezTo>
                <a:cubicBezTo>
                  <a:pt x="63903" y="285750"/>
                  <a:pt x="-56" y="221791"/>
                  <a:pt x="-56" y="142875"/>
                </a:cubicBezTo>
                <a:cubicBezTo>
                  <a:pt x="-56" y="63959"/>
                  <a:pt x="63959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lose/>
                <a:moveTo>
                  <a:pt x="71438" y="160734"/>
                </a:moveTo>
                <a:cubicBezTo>
                  <a:pt x="71438" y="150878"/>
                  <a:pt x="63435" y="142875"/>
                  <a:pt x="53578" y="142875"/>
                </a:cubicBezTo>
                <a:cubicBezTo>
                  <a:pt x="43721" y="142875"/>
                  <a:pt x="35719" y="150878"/>
                  <a:pt x="35719" y="160734"/>
                </a:cubicBezTo>
                <a:cubicBezTo>
                  <a:pt x="35719" y="170591"/>
                  <a:pt x="43721" y="178594"/>
                  <a:pt x="53578" y="178594"/>
                </a:cubicBezTo>
                <a:cubicBezTo>
                  <a:pt x="63435" y="178594"/>
                  <a:pt x="71438" y="170591"/>
                  <a:pt x="71438" y="160734"/>
                </a:cubicBezTo>
                <a:close/>
                <a:moveTo>
                  <a:pt x="71438" y="107156"/>
                </a:moveTo>
                <a:cubicBezTo>
                  <a:pt x="81294" y="107156"/>
                  <a:pt x="89297" y="99154"/>
                  <a:pt x="89297" y="89297"/>
                </a:cubicBezTo>
                <a:cubicBezTo>
                  <a:pt x="89297" y="79440"/>
                  <a:pt x="81294" y="71438"/>
                  <a:pt x="71438" y="71438"/>
                </a:cubicBezTo>
                <a:cubicBezTo>
                  <a:pt x="61581" y="71438"/>
                  <a:pt x="53578" y="79440"/>
                  <a:pt x="53578" y="89297"/>
                </a:cubicBezTo>
                <a:cubicBezTo>
                  <a:pt x="53578" y="99154"/>
                  <a:pt x="61581" y="107156"/>
                  <a:pt x="71438" y="107156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214313" y="107156"/>
                </a:moveTo>
                <a:cubicBezTo>
                  <a:pt x="224169" y="107156"/>
                  <a:pt x="232172" y="99154"/>
                  <a:pt x="232172" y="89297"/>
                </a:cubicBezTo>
                <a:cubicBezTo>
                  <a:pt x="232172" y="79440"/>
                  <a:pt x="224169" y="71438"/>
                  <a:pt x="214313" y="71438"/>
                </a:cubicBezTo>
                <a:cubicBezTo>
                  <a:pt x="204456" y="71438"/>
                  <a:pt x="196453" y="79440"/>
                  <a:pt x="196453" y="89297"/>
                </a:cubicBezTo>
                <a:cubicBezTo>
                  <a:pt x="196453" y="99154"/>
                  <a:pt x="204456" y="107156"/>
                  <a:pt x="214313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3450" y="299085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52938" y="337185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3482975" y="3562350"/>
            <a:ext cx="23241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design platform for creating professional marketing materials and social media graphics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48460" y="47847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3763963" y="4756156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graphics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48460" y="50514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3763963" y="5022856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flyers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48460" y="53181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3763963" y="5289556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4425" y="1958981"/>
            <a:ext cx="2711450" cy="3749675"/>
          </a:xfrm>
          <a:custGeom>
            <a:avLst/>
            <a:gdLst/>
            <a:ahLst/>
            <a:cxnLst/>
            <a:rect l="l" t="t" r="r" b="b"/>
            <a:pathLst>
              <a:path w="2711450" h="3749675">
                <a:moveTo>
                  <a:pt x="152411" y="0"/>
                </a:moveTo>
                <a:lnTo>
                  <a:pt x="2559039" y="0"/>
                </a:lnTo>
                <a:cubicBezTo>
                  <a:pt x="2643213" y="0"/>
                  <a:pt x="2711450" y="68237"/>
                  <a:pt x="2711450" y="152411"/>
                </a:cubicBezTo>
                <a:lnTo>
                  <a:pt x="2711450" y="3597264"/>
                </a:lnTo>
                <a:cubicBezTo>
                  <a:pt x="2711450" y="3681438"/>
                  <a:pt x="2643213" y="3749675"/>
                  <a:pt x="2559039" y="3749675"/>
                </a:cubicBezTo>
                <a:lnTo>
                  <a:pt x="152411" y="3749675"/>
                </a:lnTo>
                <a:cubicBezTo>
                  <a:pt x="68237" y="3749675"/>
                  <a:pt x="0" y="3681438"/>
                  <a:pt x="0" y="35972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3763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4F39F6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7408069" y="2352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78575" y="299085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Forms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58063" y="337185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388100" y="3562350"/>
            <a:ext cx="23241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tool for creating lead capture forms, surveys, and contact collection systems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3585" y="47847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669088" y="4756156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capture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3585" y="50514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669088" y="5022856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3585" y="53181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669088" y="5289556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99550" y="1958981"/>
            <a:ext cx="2711450" cy="3749675"/>
          </a:xfrm>
          <a:custGeom>
            <a:avLst/>
            <a:gdLst/>
            <a:ahLst/>
            <a:cxnLst/>
            <a:rect l="l" t="t" r="r" b="b"/>
            <a:pathLst>
              <a:path w="2711450" h="3749675">
                <a:moveTo>
                  <a:pt x="152411" y="0"/>
                </a:moveTo>
                <a:lnTo>
                  <a:pt x="2559039" y="0"/>
                </a:lnTo>
                <a:cubicBezTo>
                  <a:pt x="2643213" y="0"/>
                  <a:pt x="2711450" y="68237"/>
                  <a:pt x="2711450" y="152411"/>
                </a:cubicBezTo>
                <a:lnTo>
                  <a:pt x="2711450" y="3597264"/>
                </a:lnTo>
                <a:cubicBezTo>
                  <a:pt x="2711450" y="3681438"/>
                  <a:pt x="2643213" y="3749675"/>
                  <a:pt x="2559039" y="3749675"/>
                </a:cubicBezTo>
                <a:lnTo>
                  <a:pt x="152411" y="3749675"/>
                </a:lnTo>
                <a:cubicBezTo>
                  <a:pt x="68237" y="3749675"/>
                  <a:pt x="0" y="3681438"/>
                  <a:pt x="0" y="35972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8888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900"/>
              </a:gs>
              <a:gs pos="100000">
                <a:srgbClr val="FB2C36"/>
              </a:gs>
            </a:gsLst>
            <a:lin ang="270000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10331053" y="23526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283700" y="299085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Tools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263188" y="337185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9293225" y="3562350"/>
            <a:ext cx="23241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Relationship Management systems to organize, track, and nurture leads effectively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358710" y="47847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9574213" y="4756156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tracking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358710" y="50514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9574213" y="5022856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Follow-up automation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358710" y="531813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9574213" y="5289556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pipeline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00050" y="590550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457200"/>
                </a:lnTo>
                <a:cubicBezTo>
                  <a:pt x="11410950" y="520284"/>
                  <a:pt x="11359734" y="571500"/>
                  <a:pt x="11296650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400050" y="5905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Shape 54"/>
          <p:cNvSpPr/>
          <p:nvPr/>
        </p:nvSpPr>
        <p:spPr>
          <a:xfrm>
            <a:off x="1992015" y="610235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833438" y="6057900"/>
            <a:ext cx="1086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with free versions and upgrade as your business grows. Focus on mastering one tool at a time.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1196975" cy="349250"/>
          </a:xfrm>
          <a:custGeom>
            <a:avLst/>
            <a:gdLst/>
            <a:ahLst/>
            <a:cxnLst/>
            <a:rect l="l" t="t" r="r" b="b"/>
            <a:pathLst>
              <a:path w="1196975" h="349250">
                <a:moveTo>
                  <a:pt x="174625" y="0"/>
                </a:moveTo>
                <a:lnTo>
                  <a:pt x="1022350" y="0"/>
                </a:lnTo>
                <a:cubicBezTo>
                  <a:pt x="1118793" y="0"/>
                  <a:pt x="1196975" y="78182"/>
                  <a:pt x="1196975" y="174625"/>
                </a:cubicBezTo>
                <a:lnTo>
                  <a:pt x="1196975" y="174625"/>
                </a:lnTo>
                <a:cubicBezTo>
                  <a:pt x="1196975" y="271068"/>
                  <a:pt x="1118793" y="349250"/>
                  <a:pt x="1022350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88956"/>
            <a:ext cx="953095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8900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Conversion Tips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6050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 inquiries into closed deals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958981"/>
            <a:ext cx="5597525" cy="2330450"/>
          </a:xfrm>
          <a:custGeom>
            <a:avLst/>
            <a:gdLst/>
            <a:ahLst/>
            <a:cxnLst/>
            <a:rect l="l" t="t" r="r" b="b"/>
            <a:pathLst>
              <a:path w="5597525" h="2330450">
                <a:moveTo>
                  <a:pt x="152411" y="0"/>
                </a:moveTo>
                <a:lnTo>
                  <a:pt x="5445114" y="0"/>
                </a:lnTo>
                <a:cubicBezTo>
                  <a:pt x="5529288" y="0"/>
                  <a:pt x="5597525" y="68237"/>
                  <a:pt x="5597525" y="152411"/>
                </a:cubicBezTo>
                <a:lnTo>
                  <a:pt x="5597525" y="2178039"/>
                </a:lnTo>
                <a:cubicBezTo>
                  <a:pt x="5597525" y="2262213"/>
                  <a:pt x="5529288" y="2330450"/>
                  <a:pt x="5445114" y="2330450"/>
                </a:cubicBezTo>
                <a:lnTo>
                  <a:pt x="152411" y="2330450"/>
                </a:lnTo>
                <a:cubicBezTo>
                  <a:pt x="68237" y="2330450"/>
                  <a:pt x="0" y="2262213"/>
                  <a:pt x="0" y="217803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950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8116" y="23526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416050" y="2190750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Respond Fast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6050" y="2609850"/>
            <a:ext cx="441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is critical. Responding within 5 minutes increases conversion rates by 391%.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19225" y="3322638"/>
            <a:ext cx="4321175" cy="730250"/>
          </a:xfrm>
          <a:custGeom>
            <a:avLst/>
            <a:gdLst/>
            <a:ahLst/>
            <a:cxnLst/>
            <a:rect l="l" t="t" r="r" b="b"/>
            <a:pathLst>
              <a:path w="4321175" h="730250">
                <a:moveTo>
                  <a:pt x="76202" y="0"/>
                </a:moveTo>
                <a:lnTo>
                  <a:pt x="4244973" y="0"/>
                </a:lnTo>
                <a:cubicBezTo>
                  <a:pt x="4287058" y="0"/>
                  <a:pt x="4321175" y="34117"/>
                  <a:pt x="4321175" y="76202"/>
                </a:cubicBezTo>
                <a:lnTo>
                  <a:pt x="4321175" y="654048"/>
                </a:lnTo>
                <a:cubicBezTo>
                  <a:pt x="4321175" y="696133"/>
                  <a:pt x="4287058" y="730250"/>
                  <a:pt x="4244973" y="730250"/>
                </a:cubicBezTo>
                <a:lnTo>
                  <a:pt x="76202" y="730250"/>
                </a:lnTo>
                <a:cubicBezTo>
                  <a:pt x="34117" y="730250"/>
                  <a:pt x="0" y="696133"/>
                  <a:pt x="0" y="6540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4800" y="3497266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 min response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4634" y="3478216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391%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74800" y="3821116"/>
            <a:ext cx="4010025" cy="76200"/>
          </a:xfrm>
          <a:custGeom>
            <a:avLst/>
            <a:gdLst/>
            <a:ahLst/>
            <a:cxnLst/>
            <a:rect l="l" t="t" r="r" b="b"/>
            <a:pathLst>
              <a:path w="4010025" h="76200">
                <a:moveTo>
                  <a:pt x="38100" y="0"/>
                </a:moveTo>
                <a:lnTo>
                  <a:pt x="3971925" y="0"/>
                </a:lnTo>
                <a:cubicBezTo>
                  <a:pt x="3992953" y="0"/>
                  <a:pt x="4010025" y="17072"/>
                  <a:pt x="4010025" y="38100"/>
                </a:cubicBezTo>
                <a:lnTo>
                  <a:pt x="4010025" y="38100"/>
                </a:lnTo>
                <a:cubicBezTo>
                  <a:pt x="4010025" y="59128"/>
                  <a:pt x="3992953" y="76200"/>
                  <a:pt x="3971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1574800" y="3821116"/>
            <a:ext cx="4010025" cy="76200"/>
          </a:xfrm>
          <a:custGeom>
            <a:avLst/>
            <a:gdLst/>
            <a:ahLst/>
            <a:cxnLst/>
            <a:rect l="l" t="t" r="r" b="b"/>
            <a:pathLst>
              <a:path w="4010025" h="76200">
                <a:moveTo>
                  <a:pt x="38100" y="0"/>
                </a:moveTo>
                <a:lnTo>
                  <a:pt x="3971925" y="0"/>
                </a:lnTo>
                <a:cubicBezTo>
                  <a:pt x="3992953" y="0"/>
                  <a:pt x="4010025" y="17072"/>
                  <a:pt x="4010025" y="38100"/>
                </a:cubicBezTo>
                <a:lnTo>
                  <a:pt x="4010025" y="38100"/>
                </a:lnTo>
                <a:cubicBezTo>
                  <a:pt x="4010025" y="59128"/>
                  <a:pt x="3992953" y="76200"/>
                  <a:pt x="3971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175" y="4484688"/>
            <a:ext cx="5597525" cy="1987550"/>
          </a:xfrm>
          <a:custGeom>
            <a:avLst/>
            <a:gdLst/>
            <a:ahLst/>
            <a:cxnLst/>
            <a:rect l="l" t="t" r="r" b="b"/>
            <a:pathLst>
              <a:path w="5597525" h="1987550">
                <a:moveTo>
                  <a:pt x="152405" y="0"/>
                </a:moveTo>
                <a:lnTo>
                  <a:pt x="5445120" y="0"/>
                </a:lnTo>
                <a:cubicBezTo>
                  <a:pt x="5529291" y="0"/>
                  <a:pt x="5597525" y="68234"/>
                  <a:pt x="5597525" y="152405"/>
                </a:cubicBezTo>
                <a:lnTo>
                  <a:pt x="5597525" y="1835145"/>
                </a:lnTo>
                <a:cubicBezTo>
                  <a:pt x="5597525" y="1919316"/>
                  <a:pt x="5529291" y="1987550"/>
                  <a:pt x="5445120" y="1987550"/>
                </a:cubicBezTo>
                <a:lnTo>
                  <a:pt x="152405" y="1987550"/>
                </a:lnTo>
                <a:cubicBezTo>
                  <a:pt x="68234" y="1987550"/>
                  <a:pt x="0" y="1919316"/>
                  <a:pt x="0" y="183514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950" y="471646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0256" y="48783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8138" y="53578"/>
                </a:moveTo>
                <a:lnTo>
                  <a:pt x="18138" y="137015"/>
                </a:lnTo>
                <a:cubicBezTo>
                  <a:pt x="18138" y="146503"/>
                  <a:pt x="21878" y="155600"/>
                  <a:pt x="28575" y="162297"/>
                </a:cubicBezTo>
                <a:lnTo>
                  <a:pt x="135731" y="269453"/>
                </a:lnTo>
                <a:cubicBezTo>
                  <a:pt x="149684" y="283406"/>
                  <a:pt x="172287" y="283406"/>
                  <a:pt x="186240" y="269453"/>
                </a:cubicBezTo>
                <a:lnTo>
                  <a:pt x="269677" y="186017"/>
                </a:lnTo>
                <a:cubicBezTo>
                  <a:pt x="283629" y="172064"/>
                  <a:pt x="283629" y="149461"/>
                  <a:pt x="269677" y="135508"/>
                </a:cubicBezTo>
                <a:lnTo>
                  <a:pt x="162520" y="28352"/>
                </a:lnTo>
                <a:cubicBezTo>
                  <a:pt x="155823" y="21599"/>
                  <a:pt x="146782" y="17859"/>
                  <a:pt x="137294" y="17859"/>
                </a:cubicBezTo>
                <a:lnTo>
                  <a:pt x="53857" y="17859"/>
                </a:lnTo>
                <a:cubicBezTo>
                  <a:pt x="34156" y="17859"/>
                  <a:pt x="18138" y="33877"/>
                  <a:pt x="18138" y="53578"/>
                </a:cubicBezTo>
                <a:close/>
                <a:moveTo>
                  <a:pt x="80646" y="62508"/>
                </a:moveTo>
                <a:cubicBezTo>
                  <a:pt x="90503" y="62508"/>
                  <a:pt x="98506" y="70510"/>
                  <a:pt x="98506" y="80367"/>
                </a:cubicBezTo>
                <a:cubicBezTo>
                  <a:pt x="98506" y="90224"/>
                  <a:pt x="90503" y="98227"/>
                  <a:pt x="80646" y="98227"/>
                </a:cubicBezTo>
                <a:cubicBezTo>
                  <a:pt x="70789" y="98227"/>
                  <a:pt x="62787" y="90224"/>
                  <a:pt x="62787" y="80367"/>
                </a:cubicBezTo>
                <a:cubicBezTo>
                  <a:pt x="62787" y="70510"/>
                  <a:pt x="70789" y="62508"/>
                  <a:pt x="80646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416050" y="4716466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Clear Pricing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6050" y="5135566"/>
            <a:ext cx="441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builds trust. Be upfront about costs, fees, and pricing structures to avoid surprises later.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3475" y="1958981"/>
            <a:ext cx="5597525" cy="2159000"/>
          </a:xfrm>
          <a:custGeom>
            <a:avLst/>
            <a:gdLst/>
            <a:ahLst/>
            <a:cxnLst/>
            <a:rect l="l" t="t" r="r" b="b"/>
            <a:pathLst>
              <a:path w="5597525" h="2159000">
                <a:moveTo>
                  <a:pt x="152404" y="0"/>
                </a:moveTo>
                <a:lnTo>
                  <a:pt x="5445121" y="0"/>
                </a:lnTo>
                <a:cubicBezTo>
                  <a:pt x="5529291" y="0"/>
                  <a:pt x="5597525" y="68234"/>
                  <a:pt x="5597525" y="152404"/>
                </a:cubicBezTo>
                <a:lnTo>
                  <a:pt x="5597525" y="2006596"/>
                </a:lnTo>
                <a:cubicBezTo>
                  <a:pt x="5597525" y="2090766"/>
                  <a:pt x="5529291" y="2159000"/>
                  <a:pt x="5445121" y="2159000"/>
                </a:cubicBezTo>
                <a:lnTo>
                  <a:pt x="152404" y="2159000"/>
                </a:lnTo>
                <a:cubicBezTo>
                  <a:pt x="68234" y="2159000"/>
                  <a:pt x="0" y="2090766"/>
                  <a:pt x="0" y="200659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5250" y="2190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91697" y="23526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245350" y="2190750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Trust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45350" y="2609850"/>
            <a:ext cx="441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credibility through testimonials, case studies, and transparent communication.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45350" y="3319463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76200" y="0"/>
                </a:moveTo>
                <a:lnTo>
                  <a:pt x="876300" y="0"/>
                </a:lnTo>
                <a:cubicBezTo>
                  <a:pt x="918356" y="0"/>
                  <a:pt x="952500" y="34144"/>
                  <a:pt x="952500" y="76200"/>
                </a:cubicBezTo>
                <a:lnTo>
                  <a:pt x="952500" y="228600"/>
                </a:lnTo>
                <a:cubicBezTo>
                  <a:pt x="952500" y="270656"/>
                  <a:pt x="918356" y="304800"/>
                  <a:pt x="8763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245350" y="3319463"/>
            <a:ext cx="10191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Testimonials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9982" y="3319463"/>
            <a:ext cx="962025" cy="304800"/>
          </a:xfrm>
          <a:custGeom>
            <a:avLst/>
            <a:gdLst/>
            <a:ahLst/>
            <a:cxnLst/>
            <a:rect l="l" t="t" r="r" b="b"/>
            <a:pathLst>
              <a:path w="962025" h="304800">
                <a:moveTo>
                  <a:pt x="76200" y="0"/>
                </a:moveTo>
                <a:lnTo>
                  <a:pt x="885825" y="0"/>
                </a:lnTo>
                <a:cubicBezTo>
                  <a:pt x="927881" y="0"/>
                  <a:pt x="962025" y="34144"/>
                  <a:pt x="962025" y="76200"/>
                </a:cubicBezTo>
                <a:lnTo>
                  <a:pt x="962025" y="228600"/>
                </a:lnTo>
                <a:cubicBezTo>
                  <a:pt x="962025" y="270656"/>
                  <a:pt x="927881" y="304800"/>
                  <a:pt x="8858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69982" y="3319463"/>
            <a:ext cx="10287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Studies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09596" y="3319463"/>
            <a:ext cx="714375" cy="304800"/>
          </a:xfrm>
          <a:custGeom>
            <a:avLst/>
            <a:gdLst/>
            <a:ahLst/>
            <a:cxnLst/>
            <a:rect l="l" t="t" r="r" b="b"/>
            <a:pathLst>
              <a:path w="714375" h="304800">
                <a:moveTo>
                  <a:pt x="76200" y="0"/>
                </a:moveTo>
                <a:lnTo>
                  <a:pt x="638175" y="0"/>
                </a:lnTo>
                <a:cubicBezTo>
                  <a:pt x="680231" y="0"/>
                  <a:pt x="714375" y="34144"/>
                  <a:pt x="714375" y="76200"/>
                </a:cubicBezTo>
                <a:lnTo>
                  <a:pt x="714375" y="228600"/>
                </a:lnTo>
                <a:cubicBezTo>
                  <a:pt x="714375" y="270656"/>
                  <a:pt x="680231" y="304800"/>
                  <a:pt x="638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09596" y="3319463"/>
            <a:ext cx="7810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475" y="4314828"/>
            <a:ext cx="5597525" cy="2159000"/>
          </a:xfrm>
          <a:custGeom>
            <a:avLst/>
            <a:gdLst/>
            <a:ahLst/>
            <a:cxnLst/>
            <a:rect l="l" t="t" r="r" b="b"/>
            <a:pathLst>
              <a:path w="5597525" h="2159000">
                <a:moveTo>
                  <a:pt x="152404" y="0"/>
                </a:moveTo>
                <a:lnTo>
                  <a:pt x="5445121" y="0"/>
                </a:lnTo>
                <a:cubicBezTo>
                  <a:pt x="5529291" y="0"/>
                  <a:pt x="5597525" y="68234"/>
                  <a:pt x="5597525" y="152404"/>
                </a:cubicBezTo>
                <a:lnTo>
                  <a:pt x="5597525" y="2006596"/>
                </a:lnTo>
                <a:cubicBezTo>
                  <a:pt x="5597525" y="2090766"/>
                  <a:pt x="5529291" y="2159000"/>
                  <a:pt x="5445121" y="2159000"/>
                </a:cubicBezTo>
                <a:lnTo>
                  <a:pt x="152404" y="2159000"/>
                </a:lnTo>
                <a:cubicBezTo>
                  <a:pt x="68234" y="2159000"/>
                  <a:pt x="0" y="2090766"/>
                  <a:pt x="0" y="200659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5250" y="45466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09556" y="470853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3725" y="41690"/>
                </a:moveTo>
                <a:lnTo>
                  <a:pt x="250031" y="47662"/>
                </a:lnTo>
                <a:lnTo>
                  <a:pt x="250031" y="17859"/>
                </a:lnTo>
                <a:cubicBezTo>
                  <a:pt x="250031" y="7981"/>
                  <a:pt x="258012" y="0"/>
                  <a:pt x="267891" y="0"/>
                </a:cubicBezTo>
                <a:cubicBezTo>
                  <a:pt x="277769" y="0"/>
                  <a:pt x="285750" y="7981"/>
                  <a:pt x="285750" y="17859"/>
                </a:cubicBezTo>
                <a:lnTo>
                  <a:pt x="285750" y="89297"/>
                </a:lnTo>
                <a:cubicBezTo>
                  <a:pt x="285750" y="99175"/>
                  <a:pt x="277769" y="107156"/>
                  <a:pt x="267891" y="107156"/>
                </a:cubicBezTo>
                <a:lnTo>
                  <a:pt x="196453" y="107156"/>
                </a:lnTo>
                <a:cubicBezTo>
                  <a:pt x="186575" y="107156"/>
                  <a:pt x="178594" y="99175"/>
                  <a:pt x="178594" y="89297"/>
                </a:cubicBezTo>
                <a:cubicBezTo>
                  <a:pt x="178594" y="79418"/>
                  <a:pt x="186575" y="71438"/>
                  <a:pt x="196453" y="71438"/>
                </a:cubicBezTo>
                <a:lnTo>
                  <a:pt x="223186" y="71438"/>
                </a:lnTo>
                <a:lnTo>
                  <a:pt x="218945" y="67419"/>
                </a:lnTo>
                <a:cubicBezTo>
                  <a:pt x="218833" y="67308"/>
                  <a:pt x="218722" y="67196"/>
                  <a:pt x="218610" y="67084"/>
                </a:cubicBezTo>
                <a:cubicBezTo>
                  <a:pt x="176752" y="25226"/>
                  <a:pt x="108942" y="25226"/>
                  <a:pt x="67084" y="67084"/>
                </a:cubicBezTo>
                <a:cubicBezTo>
                  <a:pt x="25226" y="108942"/>
                  <a:pt x="25226" y="176752"/>
                  <a:pt x="67084" y="218610"/>
                </a:cubicBezTo>
                <a:cubicBezTo>
                  <a:pt x="108942" y="260468"/>
                  <a:pt x="176752" y="260468"/>
                  <a:pt x="218610" y="218610"/>
                </a:cubicBezTo>
                <a:cubicBezTo>
                  <a:pt x="223186" y="214033"/>
                  <a:pt x="227261" y="209178"/>
                  <a:pt x="230832" y="204043"/>
                </a:cubicBezTo>
                <a:cubicBezTo>
                  <a:pt x="236469" y="195951"/>
                  <a:pt x="247631" y="193997"/>
                  <a:pt x="255724" y="199634"/>
                </a:cubicBezTo>
                <a:cubicBezTo>
                  <a:pt x="263816" y="205271"/>
                  <a:pt x="265770" y="216433"/>
                  <a:pt x="260133" y="224526"/>
                </a:cubicBezTo>
                <a:cubicBezTo>
                  <a:pt x="255389" y="231335"/>
                  <a:pt x="249975" y="237809"/>
                  <a:pt x="243892" y="243892"/>
                </a:cubicBezTo>
                <a:cubicBezTo>
                  <a:pt x="188082" y="299703"/>
                  <a:pt x="97613" y="299703"/>
                  <a:pt x="41858" y="243892"/>
                </a:cubicBezTo>
                <a:cubicBezTo>
                  <a:pt x="-13897" y="188082"/>
                  <a:pt x="-13953" y="97668"/>
                  <a:pt x="41858" y="41858"/>
                </a:cubicBezTo>
                <a:cubicBezTo>
                  <a:pt x="97613" y="-13897"/>
                  <a:pt x="187914" y="-13953"/>
                  <a:pt x="243725" y="4169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7245350" y="4546606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Up Consistently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45350" y="4965706"/>
            <a:ext cx="441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of sales require 5 follow-ups. Create a systematic follow-up process.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48525" y="5678494"/>
            <a:ext cx="4321175" cy="539750"/>
          </a:xfrm>
          <a:custGeom>
            <a:avLst/>
            <a:gdLst/>
            <a:ahLst/>
            <a:cxnLst/>
            <a:rect l="l" t="t" r="r" b="b"/>
            <a:pathLst>
              <a:path w="4321175" h="539750">
                <a:moveTo>
                  <a:pt x="76202" y="0"/>
                </a:moveTo>
                <a:lnTo>
                  <a:pt x="4244973" y="0"/>
                </a:lnTo>
                <a:cubicBezTo>
                  <a:pt x="4287058" y="0"/>
                  <a:pt x="4321175" y="34117"/>
                  <a:pt x="4321175" y="76202"/>
                </a:cubicBezTo>
                <a:lnTo>
                  <a:pt x="4321175" y="463548"/>
                </a:lnTo>
                <a:cubicBezTo>
                  <a:pt x="4321175" y="505633"/>
                  <a:pt x="4287058" y="539750"/>
                  <a:pt x="4244973" y="539750"/>
                </a:cubicBezTo>
                <a:lnTo>
                  <a:pt x="76202" y="539750"/>
                </a:lnTo>
                <a:cubicBezTo>
                  <a:pt x="34145" y="539750"/>
                  <a:pt x="0" y="505605"/>
                  <a:pt x="0" y="4635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6000" y="5834063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sales happen after the 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5th contact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01791" y="384175"/>
            <a:ext cx="987425" cy="349250"/>
          </a:xfrm>
          <a:custGeom>
            <a:avLst/>
            <a:gdLst/>
            <a:ahLst/>
            <a:cxnLst/>
            <a:rect l="l" t="t" r="r" b="b"/>
            <a:pathLst>
              <a:path w="987425" h="349250">
                <a:moveTo>
                  <a:pt x="174625" y="0"/>
                </a:moveTo>
                <a:lnTo>
                  <a:pt x="812800" y="0"/>
                </a:lnTo>
                <a:cubicBezTo>
                  <a:pt x="909243" y="0"/>
                  <a:pt x="987425" y="78182"/>
                  <a:pt x="987425" y="174625"/>
                </a:cubicBezTo>
                <a:lnTo>
                  <a:pt x="987425" y="174625"/>
                </a:lnTo>
                <a:cubicBezTo>
                  <a:pt x="987425" y="271068"/>
                  <a:pt x="909243" y="349250"/>
                  <a:pt x="812800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24029" y="488956"/>
            <a:ext cx="74384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6700" y="88900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375" y="146050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essentials for digital lead generation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22375" y="2035181"/>
            <a:ext cx="3044825" cy="3749675"/>
          </a:xfrm>
          <a:custGeom>
            <a:avLst/>
            <a:gdLst/>
            <a:ahLst/>
            <a:cxnLst/>
            <a:rect l="l" t="t" r="r" b="b"/>
            <a:pathLst>
              <a:path w="3044825" h="37496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597282"/>
                </a:lnTo>
                <a:cubicBezTo>
                  <a:pt x="3044825" y="3681446"/>
                  <a:pt x="2976596" y="3749675"/>
                  <a:pt x="2892432" y="3749675"/>
                </a:cubicBezTo>
                <a:lnTo>
                  <a:pt x="152393" y="3749675"/>
                </a:lnTo>
                <a:cubicBezTo>
                  <a:pt x="68229" y="3749675"/>
                  <a:pt x="0" y="3681446"/>
                  <a:pt x="0" y="35972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262626">
                  <a:alpha val="50000"/>
                </a:srgbClr>
              </a:gs>
            </a:gsLst>
            <a:lin ang="2700000" scaled="1"/>
          </a:gradFill>
          <a:ln w="8467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62200" y="2343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2571750" y="2552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35677" y="187523"/>
                </a:moveTo>
                <a:lnTo>
                  <a:pt x="107826" y="187523"/>
                </a:lnTo>
                <a:cubicBezTo>
                  <a:pt x="109768" y="230721"/>
                  <a:pt x="119345" y="270503"/>
                  <a:pt x="132941" y="299636"/>
                </a:cubicBezTo>
                <a:cubicBezTo>
                  <a:pt x="140576" y="316044"/>
                  <a:pt x="148813" y="327630"/>
                  <a:pt x="156448" y="334729"/>
                </a:cubicBezTo>
                <a:cubicBezTo>
                  <a:pt x="163949" y="341761"/>
                  <a:pt x="169106" y="342900"/>
                  <a:pt x="171785" y="342900"/>
                </a:cubicBezTo>
                <a:cubicBezTo>
                  <a:pt x="174464" y="342900"/>
                  <a:pt x="179621" y="341761"/>
                  <a:pt x="187122" y="334729"/>
                </a:cubicBezTo>
                <a:cubicBezTo>
                  <a:pt x="194756" y="327630"/>
                  <a:pt x="202994" y="315977"/>
                  <a:pt x="210629" y="299636"/>
                </a:cubicBezTo>
                <a:cubicBezTo>
                  <a:pt x="224224" y="270503"/>
                  <a:pt x="233802" y="230721"/>
                  <a:pt x="235744" y="187523"/>
                </a:cubicBezTo>
                <a:close/>
                <a:moveTo>
                  <a:pt x="107759" y="155377"/>
                </a:moveTo>
                <a:lnTo>
                  <a:pt x="235610" y="155377"/>
                </a:lnTo>
                <a:cubicBezTo>
                  <a:pt x="233735" y="112179"/>
                  <a:pt x="224157" y="72397"/>
                  <a:pt x="210562" y="43264"/>
                </a:cubicBezTo>
                <a:cubicBezTo>
                  <a:pt x="202927" y="26923"/>
                  <a:pt x="194690" y="15270"/>
                  <a:pt x="187055" y="8171"/>
                </a:cubicBezTo>
                <a:cubicBezTo>
                  <a:pt x="179554" y="1139"/>
                  <a:pt x="174397" y="0"/>
                  <a:pt x="171718" y="0"/>
                </a:cubicBezTo>
                <a:cubicBezTo>
                  <a:pt x="169039" y="0"/>
                  <a:pt x="163882" y="1139"/>
                  <a:pt x="156381" y="8171"/>
                </a:cubicBezTo>
                <a:cubicBezTo>
                  <a:pt x="148746" y="15270"/>
                  <a:pt x="140509" y="26923"/>
                  <a:pt x="132874" y="43264"/>
                </a:cubicBezTo>
                <a:cubicBezTo>
                  <a:pt x="119278" y="72397"/>
                  <a:pt x="109701" y="112179"/>
                  <a:pt x="107759" y="155377"/>
                </a:cubicBezTo>
                <a:close/>
                <a:moveTo>
                  <a:pt x="75612" y="155377"/>
                </a:moveTo>
                <a:cubicBezTo>
                  <a:pt x="77956" y="98048"/>
                  <a:pt x="92757" y="44805"/>
                  <a:pt x="114389" y="9845"/>
                </a:cubicBezTo>
                <a:cubicBezTo>
                  <a:pt x="52707" y="31678"/>
                  <a:pt x="7300" y="87868"/>
                  <a:pt x="1005" y="155377"/>
                </a:cubicBezTo>
                <a:lnTo>
                  <a:pt x="75612" y="155377"/>
                </a:lnTo>
                <a:close/>
                <a:moveTo>
                  <a:pt x="1005" y="187523"/>
                </a:moveTo>
                <a:cubicBezTo>
                  <a:pt x="7300" y="255032"/>
                  <a:pt x="52707" y="311222"/>
                  <a:pt x="114389" y="333055"/>
                </a:cubicBezTo>
                <a:cubicBezTo>
                  <a:pt x="92757" y="298095"/>
                  <a:pt x="77956" y="244852"/>
                  <a:pt x="75612" y="187523"/>
                </a:cubicBezTo>
                <a:lnTo>
                  <a:pt x="1005" y="187523"/>
                </a:lnTo>
                <a:close/>
                <a:moveTo>
                  <a:pt x="267824" y="187523"/>
                </a:moveTo>
                <a:cubicBezTo>
                  <a:pt x="265480" y="244852"/>
                  <a:pt x="250679" y="298095"/>
                  <a:pt x="229046" y="333055"/>
                </a:cubicBezTo>
                <a:cubicBezTo>
                  <a:pt x="290728" y="311155"/>
                  <a:pt x="336136" y="255032"/>
                  <a:pt x="342431" y="187523"/>
                </a:cubicBezTo>
                <a:lnTo>
                  <a:pt x="267824" y="187523"/>
                </a:lnTo>
                <a:close/>
                <a:moveTo>
                  <a:pt x="342431" y="155377"/>
                </a:moveTo>
                <a:cubicBezTo>
                  <a:pt x="336136" y="87868"/>
                  <a:pt x="290728" y="31678"/>
                  <a:pt x="229046" y="9845"/>
                </a:cubicBezTo>
                <a:cubicBezTo>
                  <a:pt x="250679" y="44805"/>
                  <a:pt x="265480" y="98048"/>
                  <a:pt x="267824" y="155377"/>
                </a:cubicBezTo>
                <a:lnTo>
                  <a:pt x="342431" y="1553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438400" y="33337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473200" y="3600450"/>
            <a:ext cx="2543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Presence is Critical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7488" y="4362450"/>
            <a:ext cx="25146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online presence is your new storefront. Without it, you're invisible to modern buyers.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5175" y="2035181"/>
            <a:ext cx="3044825" cy="3749675"/>
          </a:xfrm>
          <a:custGeom>
            <a:avLst/>
            <a:gdLst/>
            <a:ahLst/>
            <a:cxnLst/>
            <a:rect l="l" t="t" r="r" b="b"/>
            <a:pathLst>
              <a:path w="3044825" h="37496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597282"/>
                </a:lnTo>
                <a:cubicBezTo>
                  <a:pt x="3044825" y="3681446"/>
                  <a:pt x="2976596" y="3749675"/>
                  <a:pt x="2892432" y="3749675"/>
                </a:cubicBezTo>
                <a:lnTo>
                  <a:pt x="152393" y="3749675"/>
                </a:lnTo>
                <a:cubicBezTo>
                  <a:pt x="68229" y="3749675"/>
                  <a:pt x="0" y="3681446"/>
                  <a:pt x="0" y="35972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262626">
                  <a:alpha val="50000"/>
                </a:srgbClr>
              </a:gs>
            </a:gsLst>
            <a:lin ang="2700000" scaled="1"/>
          </a:gradFill>
          <a:ln w="8467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343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Shape 12"/>
          <p:cNvSpPr/>
          <p:nvPr/>
        </p:nvSpPr>
        <p:spPr>
          <a:xfrm>
            <a:off x="5924550" y="2552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5711" y="3483"/>
                </a:moveTo>
                <a:cubicBezTo>
                  <a:pt x="165690" y="-1139"/>
                  <a:pt x="177210" y="-1139"/>
                  <a:pt x="187189" y="3483"/>
                </a:cubicBezTo>
                <a:lnTo>
                  <a:pt x="333591" y="71125"/>
                </a:lnTo>
                <a:cubicBezTo>
                  <a:pt x="339283" y="73737"/>
                  <a:pt x="342900" y="79430"/>
                  <a:pt x="342900" y="85725"/>
                </a:cubicBezTo>
                <a:cubicBezTo>
                  <a:pt x="342900" y="92020"/>
                  <a:pt x="339283" y="97713"/>
                  <a:pt x="333591" y="100325"/>
                </a:cubicBezTo>
                <a:lnTo>
                  <a:pt x="187189" y="167967"/>
                </a:lnTo>
                <a:cubicBezTo>
                  <a:pt x="177210" y="172589"/>
                  <a:pt x="165690" y="172589"/>
                  <a:pt x="155711" y="167967"/>
                </a:cubicBezTo>
                <a:lnTo>
                  <a:pt x="9309" y="100325"/>
                </a:lnTo>
                <a:cubicBezTo>
                  <a:pt x="3617" y="97646"/>
                  <a:pt x="0" y="91953"/>
                  <a:pt x="0" y="85725"/>
                </a:cubicBezTo>
                <a:cubicBezTo>
                  <a:pt x="0" y="79497"/>
                  <a:pt x="3617" y="73737"/>
                  <a:pt x="9309" y="71125"/>
                </a:cubicBezTo>
                <a:lnTo>
                  <a:pt x="155711" y="3483"/>
                </a:lnTo>
                <a:close/>
                <a:moveTo>
                  <a:pt x="32214" y="146268"/>
                </a:moveTo>
                <a:lnTo>
                  <a:pt x="142250" y="197101"/>
                </a:lnTo>
                <a:cubicBezTo>
                  <a:pt x="160801" y="205673"/>
                  <a:pt x="182166" y="205673"/>
                  <a:pt x="200717" y="197101"/>
                </a:cubicBezTo>
                <a:lnTo>
                  <a:pt x="310753" y="146268"/>
                </a:lnTo>
                <a:lnTo>
                  <a:pt x="333591" y="156850"/>
                </a:lnTo>
                <a:cubicBezTo>
                  <a:pt x="339283" y="159462"/>
                  <a:pt x="342900" y="165155"/>
                  <a:pt x="342900" y="171450"/>
                </a:cubicBezTo>
                <a:cubicBezTo>
                  <a:pt x="342900" y="177745"/>
                  <a:pt x="339283" y="183438"/>
                  <a:pt x="333591" y="186050"/>
                </a:cubicBezTo>
                <a:lnTo>
                  <a:pt x="187189" y="253692"/>
                </a:lnTo>
                <a:cubicBezTo>
                  <a:pt x="177210" y="258314"/>
                  <a:pt x="165690" y="258314"/>
                  <a:pt x="155711" y="253692"/>
                </a:cubicBezTo>
                <a:lnTo>
                  <a:pt x="9309" y="186050"/>
                </a:lnTo>
                <a:cubicBezTo>
                  <a:pt x="3617" y="183371"/>
                  <a:pt x="0" y="177678"/>
                  <a:pt x="0" y="171450"/>
                </a:cubicBezTo>
                <a:cubicBezTo>
                  <a:pt x="0" y="165222"/>
                  <a:pt x="3617" y="159462"/>
                  <a:pt x="9309" y="156850"/>
                </a:cubicBezTo>
                <a:lnTo>
                  <a:pt x="32147" y="146268"/>
                </a:lnTo>
                <a:close/>
                <a:moveTo>
                  <a:pt x="9309" y="242575"/>
                </a:moveTo>
                <a:lnTo>
                  <a:pt x="32147" y="231993"/>
                </a:lnTo>
                <a:lnTo>
                  <a:pt x="142183" y="282826"/>
                </a:lnTo>
                <a:cubicBezTo>
                  <a:pt x="160734" y="291398"/>
                  <a:pt x="182099" y="291398"/>
                  <a:pt x="200650" y="282826"/>
                </a:cubicBezTo>
                <a:lnTo>
                  <a:pt x="310686" y="231993"/>
                </a:lnTo>
                <a:lnTo>
                  <a:pt x="333524" y="242575"/>
                </a:lnTo>
                <a:cubicBezTo>
                  <a:pt x="339217" y="245187"/>
                  <a:pt x="342833" y="250880"/>
                  <a:pt x="342833" y="257175"/>
                </a:cubicBezTo>
                <a:cubicBezTo>
                  <a:pt x="342833" y="263470"/>
                  <a:pt x="339217" y="269163"/>
                  <a:pt x="333524" y="271775"/>
                </a:cubicBezTo>
                <a:lnTo>
                  <a:pt x="187122" y="339417"/>
                </a:lnTo>
                <a:cubicBezTo>
                  <a:pt x="177143" y="344039"/>
                  <a:pt x="165623" y="344039"/>
                  <a:pt x="155644" y="339417"/>
                </a:cubicBezTo>
                <a:lnTo>
                  <a:pt x="9309" y="271775"/>
                </a:lnTo>
                <a:cubicBezTo>
                  <a:pt x="3617" y="269096"/>
                  <a:pt x="0" y="263403"/>
                  <a:pt x="0" y="257175"/>
                </a:cubicBezTo>
                <a:cubicBezTo>
                  <a:pt x="0" y="250947"/>
                  <a:pt x="3617" y="245187"/>
                  <a:pt x="9309" y="2425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1200" y="33337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360045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Multiple Channels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0288" y="4057650"/>
            <a:ext cx="25146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rely on one platform. Combine social media, SEO, paid ads, and WhatsApp for maximum reach.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27975" y="2035181"/>
            <a:ext cx="3044825" cy="3749675"/>
          </a:xfrm>
          <a:custGeom>
            <a:avLst/>
            <a:gdLst/>
            <a:ahLst/>
            <a:cxnLst/>
            <a:rect l="l" t="t" r="r" b="b"/>
            <a:pathLst>
              <a:path w="3044825" h="3749675">
                <a:moveTo>
                  <a:pt x="152393" y="0"/>
                </a:moveTo>
                <a:lnTo>
                  <a:pt x="2892432" y="0"/>
                </a:lnTo>
                <a:cubicBezTo>
                  <a:pt x="2976596" y="0"/>
                  <a:pt x="3044825" y="68229"/>
                  <a:pt x="3044825" y="152393"/>
                </a:cubicBezTo>
                <a:lnTo>
                  <a:pt x="3044825" y="3597282"/>
                </a:lnTo>
                <a:cubicBezTo>
                  <a:pt x="3044825" y="3681446"/>
                  <a:pt x="2976596" y="3749675"/>
                  <a:pt x="2892432" y="3749675"/>
                </a:cubicBezTo>
                <a:lnTo>
                  <a:pt x="152393" y="3749675"/>
                </a:lnTo>
                <a:cubicBezTo>
                  <a:pt x="68229" y="3749675"/>
                  <a:pt x="0" y="3681446"/>
                  <a:pt x="0" y="35972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262626">
                  <a:alpha val="50000"/>
                </a:srgbClr>
              </a:gs>
            </a:gsLst>
            <a:lin ang="2700000" scaled="1"/>
          </a:gradFill>
          <a:ln w="8467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7800" y="2343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7350" y="2552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33337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178800" y="360045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Value &amp; Trust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93088" y="4057650"/>
            <a:ext cx="25146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relationships through valuable content and transparent communication. Trust converts leads.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175" y="6096003"/>
            <a:ext cx="11426825" cy="730250"/>
          </a:xfrm>
          <a:custGeom>
            <a:avLst/>
            <a:gdLst/>
            <a:ahLst/>
            <a:cxnLst/>
            <a:rect l="l" t="t" r="r" b="b"/>
            <a:pathLst>
              <a:path w="11426825" h="73025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615951"/>
                </a:lnTo>
                <a:cubicBezTo>
                  <a:pt x="11426825" y="679077"/>
                  <a:pt x="11375652" y="730250"/>
                  <a:pt x="11312526" y="730250"/>
                </a:cubicBezTo>
                <a:lnTo>
                  <a:pt x="114299" y="730250"/>
                </a:lnTo>
                <a:cubicBezTo>
                  <a:pt x="51216" y="730250"/>
                  <a:pt x="0" y="679034"/>
                  <a:pt x="0" y="6159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1390" y="634683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2419052" y="6327781"/>
            <a:ext cx="735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time to start your digital strategy was yesterday. The second best time is now."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20585" y="634683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20925d11e9a11a3ea1ae26f6bb045f7a04fcb0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27" b="7827"/>
          <a:stretch/>
        </p:blipFill>
        <p:spPr>
          <a:xfrm>
            <a:off x="0" y="0"/>
            <a:ext cx="12192000" cy="685565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55"/>
          </a:xfrm>
          <a:custGeom>
            <a:avLst/>
            <a:gdLst/>
            <a:ahLst/>
            <a:cxnLst/>
            <a:rect l="l" t="t" r="r" b="b"/>
            <a:pathLst>
              <a:path w="12192000" h="6855655">
                <a:moveTo>
                  <a:pt x="0" y="0"/>
                </a:moveTo>
                <a:lnTo>
                  <a:pt x="12192000" y="0"/>
                </a:lnTo>
                <a:lnTo>
                  <a:pt x="12192000" y="6855655"/>
                </a:lnTo>
                <a:lnTo>
                  <a:pt x="0" y="685565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00236" y="-43766"/>
            <a:ext cx="1384886" cy="381391"/>
          </a:xfrm>
          <a:custGeom>
            <a:avLst/>
            <a:gdLst/>
            <a:ahLst/>
            <a:cxnLst/>
            <a:rect l="l" t="t" r="r" b="b"/>
            <a:pathLst>
              <a:path w="1384886" h="381391">
                <a:moveTo>
                  <a:pt x="190695" y="0"/>
                </a:moveTo>
                <a:lnTo>
                  <a:pt x="1194191" y="0"/>
                </a:lnTo>
                <a:cubicBezTo>
                  <a:pt x="1299509" y="0"/>
                  <a:pt x="1384886" y="85377"/>
                  <a:pt x="1384886" y="190695"/>
                </a:cubicBezTo>
                <a:lnTo>
                  <a:pt x="1384886" y="190695"/>
                </a:lnTo>
                <a:cubicBezTo>
                  <a:pt x="1384886" y="296014"/>
                  <a:pt x="1299509" y="381391"/>
                  <a:pt x="1194191" y="381391"/>
                </a:cubicBezTo>
                <a:lnTo>
                  <a:pt x="190695" y="381391"/>
                </a:lnTo>
                <a:cubicBezTo>
                  <a:pt x="85448" y="381391"/>
                  <a:pt x="0" y="295943"/>
                  <a:pt x="0" y="190695"/>
                </a:cubicBezTo>
                <a:lnTo>
                  <a:pt x="0" y="190695"/>
                </a:lnTo>
                <a:cubicBezTo>
                  <a:pt x="0" y="85448"/>
                  <a:pt x="85448" y="0"/>
                  <a:pt x="1906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8467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53417" y="65649"/>
            <a:ext cx="108077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b="1" spc="59" kern="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51623" y="640868"/>
            <a:ext cx="8684455" cy="211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Estate Businesses That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 Digital Strategies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Will Thrive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43685" y="2976105"/>
            <a:ext cx="900332" cy="37514"/>
          </a:xfrm>
          <a:custGeom>
            <a:avLst/>
            <a:gdLst/>
            <a:ahLst/>
            <a:cxnLst/>
            <a:rect l="l" t="t" r="r" b="b"/>
            <a:pathLst>
              <a:path w="900332" h="37514">
                <a:moveTo>
                  <a:pt x="0" y="0"/>
                </a:moveTo>
                <a:lnTo>
                  <a:pt x="900332" y="0"/>
                </a:lnTo>
                <a:lnTo>
                  <a:pt x="900332" y="37514"/>
                </a:lnTo>
                <a:lnTo>
                  <a:pt x="0" y="37514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5"/>
          <p:cNvSpPr/>
          <p:nvPr/>
        </p:nvSpPr>
        <p:spPr>
          <a:xfrm>
            <a:off x="1895426" y="3391883"/>
            <a:ext cx="2641600" cy="2032000"/>
          </a:xfrm>
          <a:custGeom>
            <a:avLst/>
            <a:gdLst/>
            <a:ahLst/>
            <a:cxnLst/>
            <a:rect l="l" t="t" r="r" b="b"/>
            <a:pathLst>
              <a:path w="2641600" h="2032000">
                <a:moveTo>
                  <a:pt x="150063" y="0"/>
                </a:moveTo>
                <a:lnTo>
                  <a:pt x="2491537" y="0"/>
                </a:lnTo>
                <a:cubicBezTo>
                  <a:pt x="2574414" y="0"/>
                  <a:pt x="2641600" y="67186"/>
                  <a:pt x="2641600" y="150063"/>
                </a:cubicBezTo>
                <a:lnTo>
                  <a:pt x="2641600" y="1881937"/>
                </a:lnTo>
                <a:cubicBezTo>
                  <a:pt x="2641600" y="1964814"/>
                  <a:pt x="2574414" y="2032000"/>
                  <a:pt x="2491537" y="2032000"/>
                </a:cubicBezTo>
                <a:lnTo>
                  <a:pt x="150063" y="2032000"/>
                </a:lnTo>
                <a:cubicBezTo>
                  <a:pt x="67186" y="2032000"/>
                  <a:pt x="0" y="1964814"/>
                  <a:pt x="0" y="1881937"/>
                </a:cubicBezTo>
                <a:lnTo>
                  <a:pt x="0" y="150063"/>
                </a:lnTo>
                <a:cubicBezTo>
                  <a:pt x="0" y="67241"/>
                  <a:pt x="67241" y="0"/>
                  <a:pt x="15006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17679" y="3620086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112542" y="0"/>
                </a:moveTo>
                <a:lnTo>
                  <a:pt x="487680" y="0"/>
                </a:lnTo>
                <a:cubicBezTo>
                  <a:pt x="549835" y="0"/>
                  <a:pt x="600222" y="50387"/>
                  <a:pt x="600222" y="112542"/>
                </a:cubicBezTo>
                <a:lnTo>
                  <a:pt x="600222" y="487680"/>
                </a:lnTo>
                <a:cubicBezTo>
                  <a:pt x="600222" y="549835"/>
                  <a:pt x="549835" y="600222"/>
                  <a:pt x="487680" y="600222"/>
                </a:cubicBezTo>
                <a:lnTo>
                  <a:pt x="112542" y="600222"/>
                </a:lnTo>
                <a:cubicBezTo>
                  <a:pt x="50387" y="600222"/>
                  <a:pt x="0" y="549835"/>
                  <a:pt x="0" y="487680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044288" y="3779520"/>
            <a:ext cx="351692" cy="281354"/>
          </a:xfrm>
          <a:custGeom>
            <a:avLst/>
            <a:gdLst/>
            <a:ahLst/>
            <a:cxnLst/>
            <a:rect l="l" t="t" r="r" b="b"/>
            <a:pathLst>
              <a:path w="351692" h="281354">
                <a:moveTo>
                  <a:pt x="175846" y="8792"/>
                </a:moveTo>
                <a:cubicBezTo>
                  <a:pt x="207388" y="8792"/>
                  <a:pt x="232996" y="34400"/>
                  <a:pt x="232996" y="65942"/>
                </a:cubicBezTo>
                <a:cubicBezTo>
                  <a:pt x="232996" y="97484"/>
                  <a:pt x="207388" y="123092"/>
                  <a:pt x="175846" y="123092"/>
                </a:cubicBezTo>
                <a:cubicBezTo>
                  <a:pt x="144304" y="123092"/>
                  <a:pt x="118696" y="97484"/>
                  <a:pt x="118696" y="65942"/>
                </a:cubicBezTo>
                <a:cubicBezTo>
                  <a:pt x="118696" y="34400"/>
                  <a:pt x="144304" y="8792"/>
                  <a:pt x="175846" y="8792"/>
                </a:cubicBezTo>
                <a:close/>
                <a:moveTo>
                  <a:pt x="52754" y="48358"/>
                </a:moveTo>
                <a:cubicBezTo>
                  <a:pt x="74591" y="48358"/>
                  <a:pt x="92319" y="66086"/>
                  <a:pt x="92319" y="87923"/>
                </a:cubicBezTo>
                <a:cubicBezTo>
                  <a:pt x="92319" y="109760"/>
                  <a:pt x="74591" y="127488"/>
                  <a:pt x="52754" y="127488"/>
                </a:cubicBezTo>
                <a:cubicBezTo>
                  <a:pt x="30917" y="127488"/>
                  <a:pt x="13188" y="109760"/>
                  <a:pt x="13188" y="87923"/>
                </a:cubicBezTo>
                <a:cubicBezTo>
                  <a:pt x="13188" y="66086"/>
                  <a:pt x="30917" y="48358"/>
                  <a:pt x="52754" y="48358"/>
                </a:cubicBezTo>
                <a:close/>
                <a:moveTo>
                  <a:pt x="0" y="228600"/>
                </a:moveTo>
                <a:cubicBezTo>
                  <a:pt x="0" y="189749"/>
                  <a:pt x="31487" y="158262"/>
                  <a:pt x="70338" y="158262"/>
                </a:cubicBezTo>
                <a:cubicBezTo>
                  <a:pt x="77372" y="158262"/>
                  <a:pt x="84186" y="159306"/>
                  <a:pt x="90616" y="161229"/>
                </a:cubicBezTo>
                <a:cubicBezTo>
                  <a:pt x="72537" y="181451"/>
                  <a:pt x="61546" y="208158"/>
                  <a:pt x="61546" y="237392"/>
                </a:cubicBezTo>
                <a:lnTo>
                  <a:pt x="61546" y="246185"/>
                </a:lnTo>
                <a:cubicBezTo>
                  <a:pt x="61546" y="252449"/>
                  <a:pt x="62865" y="258384"/>
                  <a:pt x="65228" y="263769"/>
                </a:cubicBezTo>
                <a:lnTo>
                  <a:pt x="17585" y="263769"/>
                </a:lnTo>
                <a:cubicBezTo>
                  <a:pt x="7858" y="263769"/>
                  <a:pt x="0" y="255911"/>
                  <a:pt x="0" y="246185"/>
                </a:cubicBezTo>
                <a:lnTo>
                  <a:pt x="0" y="228600"/>
                </a:lnTo>
                <a:close/>
                <a:moveTo>
                  <a:pt x="286464" y="263769"/>
                </a:moveTo>
                <a:cubicBezTo>
                  <a:pt x="288827" y="258384"/>
                  <a:pt x="290146" y="252449"/>
                  <a:pt x="290146" y="246185"/>
                </a:cubicBezTo>
                <a:lnTo>
                  <a:pt x="290146" y="237392"/>
                </a:lnTo>
                <a:cubicBezTo>
                  <a:pt x="290146" y="208158"/>
                  <a:pt x="279156" y="181451"/>
                  <a:pt x="261077" y="161229"/>
                </a:cubicBezTo>
                <a:cubicBezTo>
                  <a:pt x="267506" y="159306"/>
                  <a:pt x="274320" y="158262"/>
                  <a:pt x="281354" y="158262"/>
                </a:cubicBezTo>
                <a:cubicBezTo>
                  <a:pt x="320205" y="158262"/>
                  <a:pt x="351692" y="189749"/>
                  <a:pt x="351692" y="228600"/>
                </a:cubicBezTo>
                <a:lnTo>
                  <a:pt x="351692" y="246185"/>
                </a:lnTo>
                <a:cubicBezTo>
                  <a:pt x="351692" y="255911"/>
                  <a:pt x="343834" y="263769"/>
                  <a:pt x="334108" y="263769"/>
                </a:cubicBezTo>
                <a:lnTo>
                  <a:pt x="286464" y="263769"/>
                </a:lnTo>
                <a:close/>
                <a:moveTo>
                  <a:pt x="259373" y="87923"/>
                </a:moveTo>
                <a:cubicBezTo>
                  <a:pt x="259373" y="66086"/>
                  <a:pt x="277102" y="48358"/>
                  <a:pt x="298938" y="48358"/>
                </a:cubicBezTo>
                <a:cubicBezTo>
                  <a:pt x="320775" y="48358"/>
                  <a:pt x="338504" y="66086"/>
                  <a:pt x="338504" y="87923"/>
                </a:cubicBezTo>
                <a:cubicBezTo>
                  <a:pt x="338504" y="109760"/>
                  <a:pt x="320775" y="127488"/>
                  <a:pt x="298938" y="127488"/>
                </a:cubicBezTo>
                <a:cubicBezTo>
                  <a:pt x="277102" y="127488"/>
                  <a:pt x="259373" y="109760"/>
                  <a:pt x="259373" y="87923"/>
                </a:cubicBezTo>
                <a:close/>
                <a:moveTo>
                  <a:pt x="87923" y="237392"/>
                </a:moveTo>
                <a:cubicBezTo>
                  <a:pt x="87923" y="188815"/>
                  <a:pt x="127269" y="149469"/>
                  <a:pt x="175846" y="149469"/>
                </a:cubicBezTo>
                <a:cubicBezTo>
                  <a:pt x="224424" y="149469"/>
                  <a:pt x="263769" y="188815"/>
                  <a:pt x="263769" y="237392"/>
                </a:cubicBezTo>
                <a:lnTo>
                  <a:pt x="263769" y="246185"/>
                </a:lnTo>
                <a:cubicBezTo>
                  <a:pt x="263769" y="255911"/>
                  <a:pt x="255911" y="263769"/>
                  <a:pt x="246185" y="263769"/>
                </a:cubicBezTo>
                <a:lnTo>
                  <a:pt x="105508" y="263769"/>
                </a:lnTo>
                <a:cubicBezTo>
                  <a:pt x="95781" y="263769"/>
                  <a:pt x="87923" y="255911"/>
                  <a:pt x="87923" y="246185"/>
                </a:cubicBezTo>
                <a:lnTo>
                  <a:pt x="87923" y="2373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2067365" y="4370363"/>
            <a:ext cx="229772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More Leads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86122" y="4745502"/>
            <a:ext cx="2260209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your reach and attract qualified prospects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71488" y="3391883"/>
            <a:ext cx="2641600" cy="2032000"/>
          </a:xfrm>
          <a:custGeom>
            <a:avLst/>
            <a:gdLst/>
            <a:ahLst/>
            <a:cxnLst/>
            <a:rect l="l" t="t" r="r" b="b"/>
            <a:pathLst>
              <a:path w="2641600" h="2032000">
                <a:moveTo>
                  <a:pt x="150063" y="0"/>
                </a:moveTo>
                <a:lnTo>
                  <a:pt x="2491537" y="0"/>
                </a:lnTo>
                <a:cubicBezTo>
                  <a:pt x="2574414" y="0"/>
                  <a:pt x="2641600" y="67186"/>
                  <a:pt x="2641600" y="150063"/>
                </a:cubicBezTo>
                <a:lnTo>
                  <a:pt x="2641600" y="1881937"/>
                </a:lnTo>
                <a:cubicBezTo>
                  <a:pt x="2641600" y="1964814"/>
                  <a:pt x="2574414" y="2032000"/>
                  <a:pt x="2491537" y="2032000"/>
                </a:cubicBezTo>
                <a:lnTo>
                  <a:pt x="150063" y="2032000"/>
                </a:lnTo>
                <a:cubicBezTo>
                  <a:pt x="67186" y="2032000"/>
                  <a:pt x="0" y="1964814"/>
                  <a:pt x="0" y="1881937"/>
                </a:cubicBezTo>
                <a:lnTo>
                  <a:pt x="0" y="150063"/>
                </a:lnTo>
                <a:cubicBezTo>
                  <a:pt x="0" y="67241"/>
                  <a:pt x="67241" y="0"/>
                  <a:pt x="15006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93740" y="3620086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112542" y="0"/>
                </a:moveTo>
                <a:lnTo>
                  <a:pt x="487680" y="0"/>
                </a:lnTo>
                <a:cubicBezTo>
                  <a:pt x="549835" y="0"/>
                  <a:pt x="600222" y="50387"/>
                  <a:pt x="600222" y="112542"/>
                </a:cubicBezTo>
                <a:lnTo>
                  <a:pt x="600222" y="487680"/>
                </a:lnTo>
                <a:cubicBezTo>
                  <a:pt x="600222" y="549835"/>
                  <a:pt x="549835" y="600222"/>
                  <a:pt x="487680" y="600222"/>
                </a:cubicBezTo>
                <a:lnTo>
                  <a:pt x="112542" y="600222"/>
                </a:lnTo>
                <a:cubicBezTo>
                  <a:pt x="50387" y="600222"/>
                  <a:pt x="0" y="549835"/>
                  <a:pt x="0" y="487680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37934" y="3779520"/>
            <a:ext cx="316523" cy="281354"/>
          </a:xfrm>
          <a:custGeom>
            <a:avLst/>
            <a:gdLst/>
            <a:ahLst/>
            <a:cxnLst/>
            <a:rect l="l" t="t" r="r" b="b"/>
            <a:pathLst>
              <a:path w="316523" h="281354">
                <a:moveTo>
                  <a:pt x="147766" y="46819"/>
                </a:moveTo>
                <a:lnTo>
                  <a:pt x="83692" y="118037"/>
                </a:lnTo>
                <a:cubicBezTo>
                  <a:pt x="81164" y="120839"/>
                  <a:pt x="81274" y="125180"/>
                  <a:pt x="83967" y="127873"/>
                </a:cubicBezTo>
                <a:cubicBezTo>
                  <a:pt x="100727" y="144633"/>
                  <a:pt x="127928" y="144633"/>
                  <a:pt x="144688" y="127873"/>
                </a:cubicBezTo>
                <a:lnTo>
                  <a:pt x="162163" y="110398"/>
                </a:lnTo>
                <a:cubicBezTo>
                  <a:pt x="164471" y="108090"/>
                  <a:pt x="167384" y="106827"/>
                  <a:pt x="170351" y="106607"/>
                </a:cubicBezTo>
                <a:cubicBezTo>
                  <a:pt x="174088" y="106277"/>
                  <a:pt x="177934" y="107541"/>
                  <a:pt x="180792" y="110398"/>
                </a:cubicBezTo>
                <a:lnTo>
                  <a:pt x="277837" y="206619"/>
                </a:lnTo>
                <a:lnTo>
                  <a:pt x="316523" y="175846"/>
                </a:lnTo>
                <a:lnTo>
                  <a:pt x="316523" y="17585"/>
                </a:lnTo>
                <a:lnTo>
                  <a:pt x="254977" y="52754"/>
                </a:lnTo>
                <a:lnTo>
                  <a:pt x="241898" y="44016"/>
                </a:lnTo>
                <a:cubicBezTo>
                  <a:pt x="233216" y="38247"/>
                  <a:pt x="223050" y="35169"/>
                  <a:pt x="212609" y="35169"/>
                </a:cubicBezTo>
                <a:lnTo>
                  <a:pt x="173923" y="35169"/>
                </a:lnTo>
                <a:cubicBezTo>
                  <a:pt x="173318" y="35169"/>
                  <a:pt x="172659" y="35169"/>
                  <a:pt x="172054" y="35224"/>
                </a:cubicBezTo>
                <a:cubicBezTo>
                  <a:pt x="162768" y="35719"/>
                  <a:pt x="154030" y="39895"/>
                  <a:pt x="147766" y="46819"/>
                </a:cubicBezTo>
                <a:close/>
                <a:moveTo>
                  <a:pt x="64074" y="100397"/>
                </a:moveTo>
                <a:lnTo>
                  <a:pt x="122763" y="35169"/>
                </a:lnTo>
                <a:lnTo>
                  <a:pt x="101002" y="35169"/>
                </a:lnTo>
                <a:cubicBezTo>
                  <a:pt x="86989" y="35169"/>
                  <a:pt x="73581" y="40719"/>
                  <a:pt x="63689" y="50611"/>
                </a:cubicBezTo>
                <a:lnTo>
                  <a:pt x="61546" y="52754"/>
                </a:lnTo>
                <a:lnTo>
                  <a:pt x="0" y="17585"/>
                </a:lnTo>
                <a:lnTo>
                  <a:pt x="0" y="175846"/>
                </a:lnTo>
                <a:lnTo>
                  <a:pt x="85945" y="247449"/>
                </a:lnTo>
                <a:cubicBezTo>
                  <a:pt x="98584" y="257999"/>
                  <a:pt x="114520" y="263769"/>
                  <a:pt x="130950" y="263769"/>
                </a:cubicBezTo>
                <a:lnTo>
                  <a:pt x="139578" y="263769"/>
                </a:lnTo>
                <a:lnTo>
                  <a:pt x="135731" y="259923"/>
                </a:lnTo>
                <a:cubicBezTo>
                  <a:pt x="130566" y="254757"/>
                  <a:pt x="130566" y="246404"/>
                  <a:pt x="135731" y="241294"/>
                </a:cubicBezTo>
                <a:cubicBezTo>
                  <a:pt x="140897" y="236183"/>
                  <a:pt x="149249" y="236128"/>
                  <a:pt x="154360" y="241294"/>
                </a:cubicBezTo>
                <a:lnTo>
                  <a:pt x="176890" y="263824"/>
                </a:lnTo>
                <a:lnTo>
                  <a:pt x="181836" y="263824"/>
                </a:lnTo>
                <a:cubicBezTo>
                  <a:pt x="192332" y="263824"/>
                  <a:pt x="202608" y="261461"/>
                  <a:pt x="211950" y="257065"/>
                </a:cubicBezTo>
                <a:lnTo>
                  <a:pt x="197277" y="242338"/>
                </a:lnTo>
                <a:cubicBezTo>
                  <a:pt x="192112" y="237173"/>
                  <a:pt x="192112" y="228820"/>
                  <a:pt x="197277" y="223709"/>
                </a:cubicBezTo>
                <a:cubicBezTo>
                  <a:pt x="202443" y="218599"/>
                  <a:pt x="210796" y="218544"/>
                  <a:pt x="215906" y="223709"/>
                </a:cubicBezTo>
                <a:lnTo>
                  <a:pt x="233491" y="241294"/>
                </a:lnTo>
                <a:lnTo>
                  <a:pt x="243107" y="231677"/>
                </a:lnTo>
                <a:cubicBezTo>
                  <a:pt x="247998" y="226787"/>
                  <a:pt x="249427" y="219698"/>
                  <a:pt x="247284" y="213488"/>
                </a:cubicBezTo>
                <a:lnTo>
                  <a:pt x="171505" y="138314"/>
                </a:lnTo>
                <a:lnTo>
                  <a:pt x="163317" y="146502"/>
                </a:lnTo>
                <a:cubicBezTo>
                  <a:pt x="136226" y="173593"/>
                  <a:pt x="92374" y="173593"/>
                  <a:pt x="65283" y="146502"/>
                </a:cubicBezTo>
                <a:cubicBezTo>
                  <a:pt x="52644" y="133863"/>
                  <a:pt x="52149" y="113586"/>
                  <a:pt x="64074" y="10034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4943426" y="4370363"/>
            <a:ext cx="229772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 More Deals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62183" y="4745502"/>
            <a:ext cx="2260209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inquiries into successful transactions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47549" y="3391883"/>
            <a:ext cx="2641600" cy="2032000"/>
          </a:xfrm>
          <a:custGeom>
            <a:avLst/>
            <a:gdLst/>
            <a:ahLst/>
            <a:cxnLst/>
            <a:rect l="l" t="t" r="r" b="b"/>
            <a:pathLst>
              <a:path w="2641600" h="2032000">
                <a:moveTo>
                  <a:pt x="150063" y="0"/>
                </a:moveTo>
                <a:lnTo>
                  <a:pt x="2491537" y="0"/>
                </a:lnTo>
                <a:cubicBezTo>
                  <a:pt x="2574414" y="0"/>
                  <a:pt x="2641600" y="67186"/>
                  <a:pt x="2641600" y="150063"/>
                </a:cubicBezTo>
                <a:lnTo>
                  <a:pt x="2641600" y="1881937"/>
                </a:lnTo>
                <a:cubicBezTo>
                  <a:pt x="2641600" y="1964814"/>
                  <a:pt x="2574414" y="2032000"/>
                  <a:pt x="2491537" y="2032000"/>
                </a:cubicBezTo>
                <a:lnTo>
                  <a:pt x="150063" y="2032000"/>
                </a:lnTo>
                <a:cubicBezTo>
                  <a:pt x="67186" y="2032000"/>
                  <a:pt x="0" y="1964814"/>
                  <a:pt x="0" y="1881937"/>
                </a:cubicBezTo>
                <a:lnTo>
                  <a:pt x="0" y="150063"/>
                </a:lnTo>
                <a:cubicBezTo>
                  <a:pt x="0" y="67241"/>
                  <a:pt x="67241" y="0"/>
                  <a:pt x="15006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467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69802" y="3620086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112542" y="0"/>
                </a:moveTo>
                <a:lnTo>
                  <a:pt x="487680" y="0"/>
                </a:lnTo>
                <a:cubicBezTo>
                  <a:pt x="549835" y="0"/>
                  <a:pt x="600222" y="50387"/>
                  <a:pt x="600222" y="112542"/>
                </a:cubicBezTo>
                <a:lnTo>
                  <a:pt x="600222" y="487680"/>
                </a:lnTo>
                <a:cubicBezTo>
                  <a:pt x="600222" y="549835"/>
                  <a:pt x="549835" y="600222"/>
                  <a:pt x="487680" y="600222"/>
                </a:cubicBezTo>
                <a:lnTo>
                  <a:pt x="112542" y="600222"/>
                </a:lnTo>
                <a:cubicBezTo>
                  <a:pt x="50387" y="600222"/>
                  <a:pt x="0" y="549835"/>
                  <a:pt x="0" y="487680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831580" y="3779520"/>
            <a:ext cx="281354" cy="281354"/>
          </a:xfrm>
          <a:custGeom>
            <a:avLst/>
            <a:gdLst/>
            <a:ahLst/>
            <a:cxnLst/>
            <a:rect l="l" t="t" r="r" b="b"/>
            <a:pathLst>
              <a:path w="281354" h="281354">
                <a:moveTo>
                  <a:pt x="70338" y="175846"/>
                </a:moveTo>
                <a:lnTo>
                  <a:pt x="13463" y="175846"/>
                </a:lnTo>
                <a:cubicBezTo>
                  <a:pt x="-220" y="175846"/>
                  <a:pt x="-8627" y="160954"/>
                  <a:pt x="-1594" y="149194"/>
                </a:cubicBezTo>
                <a:lnTo>
                  <a:pt x="27476" y="100727"/>
                </a:lnTo>
                <a:cubicBezTo>
                  <a:pt x="32257" y="92759"/>
                  <a:pt x="40829" y="87923"/>
                  <a:pt x="50116" y="87923"/>
                </a:cubicBezTo>
                <a:lnTo>
                  <a:pt x="102320" y="87923"/>
                </a:lnTo>
                <a:cubicBezTo>
                  <a:pt x="144139" y="17090"/>
                  <a:pt x="206509" y="13518"/>
                  <a:pt x="248218" y="19618"/>
                </a:cubicBezTo>
                <a:cubicBezTo>
                  <a:pt x="255252" y="20662"/>
                  <a:pt x="260747" y="26157"/>
                  <a:pt x="261736" y="33136"/>
                </a:cubicBezTo>
                <a:cubicBezTo>
                  <a:pt x="267836" y="74845"/>
                  <a:pt x="264264" y="137215"/>
                  <a:pt x="193431" y="179033"/>
                </a:cubicBezTo>
                <a:lnTo>
                  <a:pt x="193431" y="231238"/>
                </a:lnTo>
                <a:cubicBezTo>
                  <a:pt x="193431" y="240525"/>
                  <a:pt x="188595" y="249097"/>
                  <a:pt x="180627" y="253878"/>
                </a:cubicBezTo>
                <a:lnTo>
                  <a:pt x="132159" y="282947"/>
                </a:lnTo>
                <a:cubicBezTo>
                  <a:pt x="120455" y="289981"/>
                  <a:pt x="105508" y="281519"/>
                  <a:pt x="105508" y="267891"/>
                </a:cubicBezTo>
                <a:lnTo>
                  <a:pt x="105508" y="211015"/>
                </a:lnTo>
                <a:cubicBezTo>
                  <a:pt x="105508" y="191617"/>
                  <a:pt x="89736" y="175846"/>
                  <a:pt x="70338" y="175846"/>
                </a:cubicBezTo>
                <a:lnTo>
                  <a:pt x="70284" y="175846"/>
                </a:lnTo>
                <a:close/>
                <a:moveTo>
                  <a:pt x="219808" y="87923"/>
                </a:moveTo>
                <a:cubicBezTo>
                  <a:pt x="219808" y="73365"/>
                  <a:pt x="207989" y="61546"/>
                  <a:pt x="193431" y="61546"/>
                </a:cubicBezTo>
                <a:cubicBezTo>
                  <a:pt x="178873" y="61546"/>
                  <a:pt x="167054" y="73365"/>
                  <a:pt x="167054" y="87923"/>
                </a:cubicBezTo>
                <a:cubicBezTo>
                  <a:pt x="167054" y="102481"/>
                  <a:pt x="178873" y="114300"/>
                  <a:pt x="193431" y="114300"/>
                </a:cubicBezTo>
                <a:cubicBezTo>
                  <a:pt x="207989" y="114300"/>
                  <a:pt x="219808" y="102481"/>
                  <a:pt x="219808" y="879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7819488" y="4370363"/>
            <a:ext cx="229772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Faster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38245" y="4745502"/>
            <a:ext cx="2260209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 your business with sustainable systems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895426" y="5805271"/>
            <a:ext cx="8399975" cy="1094154"/>
          </a:xfrm>
          <a:custGeom>
            <a:avLst/>
            <a:gdLst/>
            <a:ahLst/>
            <a:cxnLst/>
            <a:rect l="l" t="t" r="r" b="b"/>
            <a:pathLst>
              <a:path w="8399975" h="1094154">
                <a:moveTo>
                  <a:pt x="112545" y="0"/>
                </a:moveTo>
                <a:lnTo>
                  <a:pt x="8287431" y="0"/>
                </a:lnTo>
                <a:cubicBezTo>
                  <a:pt x="8349587" y="0"/>
                  <a:pt x="8399975" y="50388"/>
                  <a:pt x="8399975" y="112545"/>
                </a:cubicBezTo>
                <a:lnTo>
                  <a:pt x="8399975" y="981609"/>
                </a:lnTo>
                <a:cubicBezTo>
                  <a:pt x="8399975" y="1043766"/>
                  <a:pt x="8349587" y="1094154"/>
                  <a:pt x="8287431" y="1094154"/>
                </a:cubicBezTo>
                <a:lnTo>
                  <a:pt x="112545" y="1094154"/>
                </a:lnTo>
                <a:cubicBezTo>
                  <a:pt x="50388" y="1094154"/>
                  <a:pt x="0" y="1043766"/>
                  <a:pt x="0" y="981609"/>
                </a:cubicBezTo>
                <a:lnTo>
                  <a:pt x="0" y="112545"/>
                </a:lnTo>
                <a:cubicBezTo>
                  <a:pt x="0" y="50388"/>
                  <a:pt x="50388" y="0"/>
                  <a:pt x="112545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8467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7901" y="6058486"/>
            <a:ext cx="3771900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EFEF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transform your real estate business?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081432" y="6408621"/>
            <a:ext cx="8027963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9" dirty="0">
                <a:solidFill>
                  <a:srgbClr val="8F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implementing these strategies today and watch your lead generation soar.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Real Estate Businesses Can Generate Leads Online</dc:title>
  <dc:subject>How Real Estate Businesses Can Generate Leads Online</dc:subject>
  <dc:creator>Kimi</dc:creator>
  <cp:lastModifiedBy>Kimi</cp:lastModifiedBy>
  <cp:revision>1</cp:revision>
  <dcterms:created xsi:type="dcterms:W3CDTF">2026-03-17T11:32:25Z</dcterms:created>
  <dcterms:modified xsi:type="dcterms:W3CDTF">2026-03-17T11:32:25Z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{"Label":"How Real Estate Businesses Can Generate Leads Online","ContentProducer":"001191110108MACG2KBH8F10000","ProduceID":"19cfb8f1-9b02-8655-8000-000070c66488","ReservedCode1":"","ContentPropagator":"001191110108MACG2KBH8F20000","PropagateID":"19cfb8f1-9b02-8655-8000-000070c66488","ReservedCode2":""}</vt:lpwstr>
  </property>
</Properties>
</file>